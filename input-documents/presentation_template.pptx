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95" r:id="rId1"/>
  </p:sldMasterIdLst>
  <p:notesMasterIdLst>
    <p:notesMasterId r:id="rId6"/>
  </p:notesMasterIdLst>
  <p:sldIdLst>
    <p:sldId id="256" r:id="rId2"/>
    <p:sldId id="299" r:id="rId3"/>
    <p:sldId id="300" r:id="rId4"/>
    <p:sldId id="345" r:id="rId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F6BE00"/>
    <a:srgbClr val="0097A9"/>
    <a:srgbClr val="003D4C"/>
    <a:srgbClr val="B2E2ED"/>
    <a:srgbClr val="4E3829"/>
    <a:srgbClr val="8DB9CA"/>
    <a:srgbClr val="D6D2C4"/>
    <a:srgbClr val="00FFFF"/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97" autoAdjust="0"/>
    <p:restoredTop sz="89525" autoAdjust="0"/>
  </p:normalViewPr>
  <p:slideViewPr>
    <p:cSldViewPr snapToGrid="0" snapToObjects="1">
      <p:cViewPr varScale="1">
        <p:scale>
          <a:sx n="91" d="100"/>
          <a:sy n="91" d="100"/>
        </p:scale>
        <p:origin x="32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BEE1CD-6EDF-5C43-ACE9-942F6C137C3E}" type="datetimeFigureOut">
              <a:rPr lang="en-US" smtClean="0"/>
              <a:t>5/17/2024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455201-7865-8744-8A9B-9F5FC03C5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107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banner on the title slide is larger than on the other slides and contains information about the department. Add your project title, names and supervisor name.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5909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banner on subsequent slides should contain </a:t>
            </a:r>
            <a:r>
              <a:rPr lang="en-US"/>
              <a:t>your project </a:t>
            </a:r>
            <a:r>
              <a:rPr lang="en-US" dirty="0"/>
              <a:t>title and affiliation. You need to change this information in the “Slide Master” (View -&gt; Slide Master). The total number of slides needs to be changed in the “Slide Master” too.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851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524463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03D4C"/>
                </a:solidFill>
                <a:latin typeface="Helvetica" pitchFamily="2" charset="0"/>
                <a:ea typeface="Helvetica" pitchFamily="2" charset="0"/>
                <a:cs typeface="Arial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606039"/>
            <a:ext cx="7886700" cy="2168129"/>
          </a:xfrm>
        </p:spPr>
        <p:txBody>
          <a:bodyPr>
            <a:normAutofit/>
          </a:bodyPr>
          <a:lstStyle>
            <a:lvl1pPr marL="180975" indent="-180975">
              <a:defRPr sz="2400" b="0">
                <a:solidFill>
                  <a:schemeClr val="tx1"/>
                </a:solidFill>
                <a:latin typeface="Helvetica" pitchFamily="2" charset="0"/>
              </a:defRPr>
            </a:lvl1pPr>
            <a:lvl2pPr marL="361950" indent="-180975">
              <a:defRPr sz="2400" b="0">
                <a:latin typeface="Helvetica" pitchFamily="2" charset="0"/>
              </a:defRPr>
            </a:lvl2pPr>
            <a:lvl3pPr marL="542925" indent="-180975">
              <a:defRPr sz="2400" b="0">
                <a:latin typeface="Helvetica" pitchFamily="2" charset="0"/>
              </a:defRPr>
            </a:lvl3pPr>
            <a:lvl4pPr>
              <a:defRPr>
                <a:latin typeface="Helvetica" pitchFamily="2" charset="0"/>
              </a:defRPr>
            </a:lvl4pPr>
            <a:lvl5pPr>
              <a:defRPr>
                <a:latin typeface="Helvetica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0"/>
            <a:ext cx="9144000" cy="1235075"/>
            <a:chOff x="0" y="-66259"/>
            <a:chExt cx="9144000" cy="1235075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420182" y="514785"/>
              <a:ext cx="257986" cy="303133"/>
            </a:xfrm>
            <a:prstGeom prst="rect">
              <a:avLst/>
            </a:prstGeom>
          </p:spPr>
        </p:pic>
        <p:sp>
          <p:nvSpPr>
            <p:cNvPr id="10" name="Freeform 24"/>
            <p:cNvSpPr>
              <a:spLocks/>
            </p:cNvSpPr>
            <p:nvPr/>
          </p:nvSpPr>
          <p:spPr bwMode="auto">
            <a:xfrm>
              <a:off x="0" y="-66259"/>
              <a:ext cx="9144000" cy="1235075"/>
            </a:xfrm>
            <a:custGeom>
              <a:avLst/>
              <a:gdLst>
                <a:gd name="T0" fmla="*/ 0 w 1123"/>
                <a:gd name="T1" fmla="*/ 0 h 151"/>
                <a:gd name="T2" fmla="*/ 0 w 1123"/>
                <a:gd name="T3" fmla="*/ 151 h 151"/>
                <a:gd name="T4" fmla="*/ 844 w 1123"/>
                <a:gd name="T5" fmla="*/ 151 h 151"/>
                <a:gd name="T6" fmla="*/ 841 w 1123"/>
                <a:gd name="T7" fmla="*/ 148 h 151"/>
                <a:gd name="T8" fmla="*/ 832 w 1123"/>
                <a:gd name="T9" fmla="*/ 122 h 151"/>
                <a:gd name="T10" fmla="*/ 832 w 1123"/>
                <a:gd name="T11" fmla="*/ 72 h 151"/>
                <a:gd name="T12" fmla="*/ 859 w 1123"/>
                <a:gd name="T13" fmla="*/ 72 h 151"/>
                <a:gd name="T14" fmla="*/ 859 w 1123"/>
                <a:gd name="T15" fmla="*/ 124 h 151"/>
                <a:gd name="T16" fmla="*/ 863 w 1123"/>
                <a:gd name="T17" fmla="*/ 135 h 151"/>
                <a:gd name="T18" fmla="*/ 871 w 1123"/>
                <a:gd name="T19" fmla="*/ 138 h 151"/>
                <a:gd name="T20" fmla="*/ 880 w 1123"/>
                <a:gd name="T21" fmla="*/ 135 h 151"/>
                <a:gd name="T22" fmla="*/ 883 w 1123"/>
                <a:gd name="T23" fmla="*/ 124 h 151"/>
                <a:gd name="T24" fmla="*/ 883 w 1123"/>
                <a:gd name="T25" fmla="*/ 72 h 151"/>
                <a:gd name="T26" fmla="*/ 910 w 1123"/>
                <a:gd name="T27" fmla="*/ 72 h 151"/>
                <a:gd name="T28" fmla="*/ 910 w 1123"/>
                <a:gd name="T29" fmla="*/ 117 h 151"/>
                <a:gd name="T30" fmla="*/ 900 w 1123"/>
                <a:gd name="T31" fmla="*/ 148 h 151"/>
                <a:gd name="T32" fmla="*/ 897 w 1123"/>
                <a:gd name="T33" fmla="*/ 151 h 151"/>
                <a:gd name="T34" fmla="*/ 937 w 1123"/>
                <a:gd name="T35" fmla="*/ 151 h 151"/>
                <a:gd name="T36" fmla="*/ 920 w 1123"/>
                <a:gd name="T37" fmla="*/ 114 h 151"/>
                <a:gd name="T38" fmla="*/ 964 w 1123"/>
                <a:gd name="T39" fmla="*/ 69 h 151"/>
                <a:gd name="T40" fmla="*/ 998 w 1123"/>
                <a:gd name="T41" fmla="*/ 82 h 151"/>
                <a:gd name="T42" fmla="*/ 1005 w 1123"/>
                <a:gd name="T43" fmla="*/ 92 h 151"/>
                <a:gd name="T44" fmla="*/ 982 w 1123"/>
                <a:gd name="T45" fmla="*/ 103 h 151"/>
                <a:gd name="T46" fmla="*/ 965 w 1123"/>
                <a:gd name="T47" fmla="*/ 89 h 151"/>
                <a:gd name="T48" fmla="*/ 953 w 1123"/>
                <a:gd name="T49" fmla="*/ 94 h 151"/>
                <a:gd name="T50" fmla="*/ 947 w 1123"/>
                <a:gd name="T51" fmla="*/ 113 h 151"/>
                <a:gd name="T52" fmla="*/ 965 w 1123"/>
                <a:gd name="T53" fmla="*/ 137 h 151"/>
                <a:gd name="T54" fmla="*/ 982 w 1123"/>
                <a:gd name="T55" fmla="*/ 123 h 151"/>
                <a:gd name="T56" fmla="*/ 1005 w 1123"/>
                <a:gd name="T57" fmla="*/ 134 h 151"/>
                <a:gd name="T58" fmla="*/ 997 w 1123"/>
                <a:gd name="T59" fmla="*/ 146 h 151"/>
                <a:gd name="T60" fmla="*/ 991 w 1123"/>
                <a:gd name="T61" fmla="*/ 151 h 151"/>
                <a:gd name="T62" fmla="*/ 1016 w 1123"/>
                <a:gd name="T63" fmla="*/ 151 h 151"/>
                <a:gd name="T64" fmla="*/ 1016 w 1123"/>
                <a:gd name="T65" fmla="*/ 72 h 151"/>
                <a:gd name="T66" fmla="*/ 1042 w 1123"/>
                <a:gd name="T67" fmla="*/ 72 h 151"/>
                <a:gd name="T68" fmla="*/ 1042 w 1123"/>
                <a:gd name="T69" fmla="*/ 134 h 151"/>
                <a:gd name="T70" fmla="*/ 1077 w 1123"/>
                <a:gd name="T71" fmla="*/ 134 h 151"/>
                <a:gd name="T72" fmla="*/ 1077 w 1123"/>
                <a:gd name="T73" fmla="*/ 151 h 151"/>
                <a:gd name="T74" fmla="*/ 1123 w 1123"/>
                <a:gd name="T75" fmla="*/ 151 h 151"/>
                <a:gd name="T76" fmla="*/ 1123 w 1123"/>
                <a:gd name="T77" fmla="*/ 0 h 151"/>
                <a:gd name="T78" fmla="*/ 0 w 1123"/>
                <a:gd name="T79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3" h="151">
                  <a:moveTo>
                    <a:pt x="0" y="0"/>
                  </a:moveTo>
                  <a:cubicBezTo>
                    <a:pt x="0" y="151"/>
                    <a:pt x="0" y="151"/>
                    <a:pt x="0" y="151"/>
                  </a:cubicBezTo>
                  <a:cubicBezTo>
                    <a:pt x="844" y="151"/>
                    <a:pt x="844" y="151"/>
                    <a:pt x="844" y="151"/>
                  </a:cubicBezTo>
                  <a:cubicBezTo>
                    <a:pt x="843" y="150"/>
                    <a:pt x="842" y="149"/>
                    <a:pt x="841" y="148"/>
                  </a:cubicBezTo>
                  <a:cubicBezTo>
                    <a:pt x="833" y="140"/>
                    <a:pt x="833" y="131"/>
                    <a:pt x="832" y="122"/>
                  </a:cubicBezTo>
                  <a:cubicBezTo>
                    <a:pt x="832" y="72"/>
                    <a:pt x="832" y="72"/>
                    <a:pt x="832" y="72"/>
                  </a:cubicBezTo>
                  <a:cubicBezTo>
                    <a:pt x="859" y="72"/>
                    <a:pt x="859" y="72"/>
                    <a:pt x="859" y="72"/>
                  </a:cubicBezTo>
                  <a:cubicBezTo>
                    <a:pt x="859" y="124"/>
                    <a:pt x="859" y="124"/>
                    <a:pt x="859" y="124"/>
                  </a:cubicBezTo>
                  <a:cubicBezTo>
                    <a:pt x="859" y="128"/>
                    <a:pt x="860" y="132"/>
                    <a:pt x="863" y="135"/>
                  </a:cubicBezTo>
                  <a:cubicBezTo>
                    <a:pt x="865" y="137"/>
                    <a:pt x="868" y="138"/>
                    <a:pt x="871" y="138"/>
                  </a:cubicBezTo>
                  <a:cubicBezTo>
                    <a:pt x="875" y="138"/>
                    <a:pt x="878" y="136"/>
                    <a:pt x="880" y="135"/>
                  </a:cubicBezTo>
                  <a:cubicBezTo>
                    <a:pt x="883" y="132"/>
                    <a:pt x="883" y="128"/>
                    <a:pt x="883" y="124"/>
                  </a:cubicBezTo>
                  <a:cubicBezTo>
                    <a:pt x="883" y="72"/>
                    <a:pt x="883" y="72"/>
                    <a:pt x="883" y="72"/>
                  </a:cubicBezTo>
                  <a:cubicBezTo>
                    <a:pt x="910" y="72"/>
                    <a:pt x="910" y="72"/>
                    <a:pt x="910" y="72"/>
                  </a:cubicBezTo>
                  <a:cubicBezTo>
                    <a:pt x="910" y="117"/>
                    <a:pt x="910" y="117"/>
                    <a:pt x="910" y="117"/>
                  </a:cubicBezTo>
                  <a:cubicBezTo>
                    <a:pt x="910" y="126"/>
                    <a:pt x="910" y="139"/>
                    <a:pt x="900" y="148"/>
                  </a:cubicBezTo>
                  <a:cubicBezTo>
                    <a:pt x="899" y="149"/>
                    <a:pt x="898" y="150"/>
                    <a:pt x="897" y="151"/>
                  </a:cubicBezTo>
                  <a:cubicBezTo>
                    <a:pt x="937" y="151"/>
                    <a:pt x="937" y="151"/>
                    <a:pt x="937" y="151"/>
                  </a:cubicBezTo>
                  <a:cubicBezTo>
                    <a:pt x="925" y="142"/>
                    <a:pt x="920" y="128"/>
                    <a:pt x="920" y="114"/>
                  </a:cubicBezTo>
                  <a:cubicBezTo>
                    <a:pt x="920" y="92"/>
                    <a:pt x="935" y="69"/>
                    <a:pt x="964" y="69"/>
                  </a:cubicBezTo>
                  <a:cubicBezTo>
                    <a:pt x="976" y="69"/>
                    <a:pt x="989" y="73"/>
                    <a:pt x="998" y="82"/>
                  </a:cubicBezTo>
                  <a:cubicBezTo>
                    <a:pt x="1001" y="86"/>
                    <a:pt x="1003" y="89"/>
                    <a:pt x="1005" y="92"/>
                  </a:cubicBezTo>
                  <a:cubicBezTo>
                    <a:pt x="982" y="103"/>
                    <a:pt x="982" y="103"/>
                    <a:pt x="982" y="103"/>
                  </a:cubicBezTo>
                  <a:cubicBezTo>
                    <a:pt x="980" y="98"/>
                    <a:pt x="976" y="89"/>
                    <a:pt x="965" y="89"/>
                  </a:cubicBezTo>
                  <a:cubicBezTo>
                    <a:pt x="959" y="89"/>
                    <a:pt x="955" y="92"/>
                    <a:pt x="953" y="94"/>
                  </a:cubicBezTo>
                  <a:cubicBezTo>
                    <a:pt x="947" y="100"/>
                    <a:pt x="947" y="109"/>
                    <a:pt x="947" y="113"/>
                  </a:cubicBezTo>
                  <a:cubicBezTo>
                    <a:pt x="947" y="125"/>
                    <a:pt x="952" y="137"/>
                    <a:pt x="965" y="137"/>
                  </a:cubicBezTo>
                  <a:cubicBezTo>
                    <a:pt x="977" y="137"/>
                    <a:pt x="981" y="126"/>
                    <a:pt x="982" y="123"/>
                  </a:cubicBezTo>
                  <a:cubicBezTo>
                    <a:pt x="1005" y="134"/>
                    <a:pt x="1005" y="134"/>
                    <a:pt x="1005" y="134"/>
                  </a:cubicBezTo>
                  <a:cubicBezTo>
                    <a:pt x="1003" y="138"/>
                    <a:pt x="1001" y="142"/>
                    <a:pt x="997" y="146"/>
                  </a:cubicBezTo>
                  <a:cubicBezTo>
                    <a:pt x="995" y="148"/>
                    <a:pt x="993" y="150"/>
                    <a:pt x="991" y="151"/>
                  </a:cubicBezTo>
                  <a:cubicBezTo>
                    <a:pt x="1016" y="151"/>
                    <a:pt x="1016" y="151"/>
                    <a:pt x="1016" y="151"/>
                  </a:cubicBezTo>
                  <a:cubicBezTo>
                    <a:pt x="1016" y="72"/>
                    <a:pt x="1016" y="72"/>
                    <a:pt x="1016" y="72"/>
                  </a:cubicBezTo>
                  <a:cubicBezTo>
                    <a:pt x="1042" y="72"/>
                    <a:pt x="1042" y="72"/>
                    <a:pt x="1042" y="72"/>
                  </a:cubicBezTo>
                  <a:cubicBezTo>
                    <a:pt x="1042" y="134"/>
                    <a:pt x="1042" y="134"/>
                    <a:pt x="1042" y="134"/>
                  </a:cubicBezTo>
                  <a:cubicBezTo>
                    <a:pt x="1077" y="134"/>
                    <a:pt x="1077" y="134"/>
                    <a:pt x="1077" y="134"/>
                  </a:cubicBezTo>
                  <a:cubicBezTo>
                    <a:pt x="1077" y="151"/>
                    <a:pt x="1077" y="151"/>
                    <a:pt x="1077" y="151"/>
                  </a:cubicBezTo>
                  <a:cubicBezTo>
                    <a:pt x="1123" y="151"/>
                    <a:pt x="1123" y="151"/>
                    <a:pt x="1123" y="151"/>
                  </a:cubicBezTo>
                  <a:cubicBezTo>
                    <a:pt x="1123" y="0"/>
                    <a:pt x="1123" y="0"/>
                    <a:pt x="112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3D4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287999" y="287999"/>
            <a:ext cx="5488958" cy="416193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 baseline="0">
                <a:solidFill>
                  <a:schemeClr val="bg1"/>
                </a:solidFill>
                <a:latin typeface="Helvetica" pitchFamily="2" charset="0"/>
              </a:defRPr>
            </a:lvl1pPr>
            <a:lvl2pPr marL="0" indent="0">
              <a:lnSpc>
                <a:spcPct val="80000"/>
              </a:lnSpc>
              <a:buNone/>
              <a:defRPr sz="1100">
                <a:solidFill>
                  <a:schemeClr val="bg1"/>
                </a:solidFill>
                <a:latin typeface="Helvetica" pitchFamily="2" charset="0"/>
              </a:defRPr>
            </a:lvl2pPr>
            <a:lvl3pPr marL="0" indent="0">
              <a:buNone/>
              <a:defRPr sz="1100">
                <a:solidFill>
                  <a:schemeClr val="tx1"/>
                </a:solidFill>
              </a:defRPr>
            </a:lvl3pPr>
            <a:lvl4pPr marL="0" indent="0">
              <a:buNone/>
              <a:defRPr sz="1100">
                <a:solidFill>
                  <a:schemeClr val="tx1"/>
                </a:solidFill>
              </a:defRPr>
            </a:lvl4pPr>
            <a:lvl5pPr marL="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>
              <a:lnSpc>
                <a:spcPct val="114000"/>
              </a:lnSpc>
            </a:pPr>
            <a:r>
              <a:rPr lang="en-US" dirty="0">
                <a:latin typeface="Helvetica" pitchFamily="2" charset="0"/>
              </a:rPr>
              <a:t>Department of Electronic &amp; Electrical Engineering</a:t>
            </a:r>
            <a:br>
              <a:rPr lang="en-US" dirty="0">
                <a:latin typeface="Helvetica" pitchFamily="2" charset="0"/>
              </a:rPr>
            </a:br>
            <a:r>
              <a:rPr lang="en-US" dirty="0">
                <a:latin typeface="Helvetica" pitchFamily="2" charset="0"/>
              </a:rPr>
              <a:t>Faculty of Engineering Sciences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6BD41C90-D51B-4FE7-9080-EE87B4246E56}"/>
              </a:ext>
            </a:extLst>
          </p:cNvPr>
          <p:cNvGrpSpPr/>
          <p:nvPr userDrawn="1"/>
        </p:nvGrpSpPr>
        <p:grpSpPr>
          <a:xfrm>
            <a:off x="0" y="-1588"/>
            <a:ext cx="9144000" cy="741363"/>
            <a:chOff x="0" y="-1588"/>
            <a:chExt cx="9144000" cy="741363"/>
          </a:xfrm>
          <a:solidFill>
            <a:srgbClr val="D6D2C4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B074A37E-2D66-4CC6-BAD6-C2F9729B716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-1588"/>
              <a:ext cx="9144000" cy="741363"/>
            </a:xfrm>
            <a:custGeom>
              <a:avLst/>
              <a:gdLst>
                <a:gd name="T0" fmla="*/ 0 w 1123"/>
                <a:gd name="T1" fmla="*/ 0 h 90"/>
                <a:gd name="T2" fmla="*/ 0 w 1123"/>
                <a:gd name="T3" fmla="*/ 90 h 90"/>
                <a:gd name="T4" fmla="*/ 957 w 1123"/>
                <a:gd name="T5" fmla="*/ 90 h 90"/>
                <a:gd name="T6" fmla="*/ 955 w 1123"/>
                <a:gd name="T7" fmla="*/ 89 h 90"/>
                <a:gd name="T8" fmla="*/ 949 w 1123"/>
                <a:gd name="T9" fmla="*/ 73 h 90"/>
                <a:gd name="T10" fmla="*/ 949 w 1123"/>
                <a:gd name="T11" fmla="*/ 43 h 90"/>
                <a:gd name="T12" fmla="*/ 966 w 1123"/>
                <a:gd name="T13" fmla="*/ 43 h 90"/>
                <a:gd name="T14" fmla="*/ 966 w 1123"/>
                <a:gd name="T15" fmla="*/ 74 h 90"/>
                <a:gd name="T16" fmla="*/ 967 w 1123"/>
                <a:gd name="T17" fmla="*/ 80 h 90"/>
                <a:gd name="T18" fmla="*/ 973 w 1123"/>
                <a:gd name="T19" fmla="*/ 82 h 90"/>
                <a:gd name="T20" fmla="*/ 978 w 1123"/>
                <a:gd name="T21" fmla="*/ 80 h 90"/>
                <a:gd name="T22" fmla="*/ 980 w 1123"/>
                <a:gd name="T23" fmla="*/ 74 h 90"/>
                <a:gd name="T24" fmla="*/ 980 w 1123"/>
                <a:gd name="T25" fmla="*/ 43 h 90"/>
                <a:gd name="T26" fmla="*/ 996 w 1123"/>
                <a:gd name="T27" fmla="*/ 43 h 90"/>
                <a:gd name="T28" fmla="*/ 996 w 1123"/>
                <a:gd name="T29" fmla="*/ 70 h 90"/>
                <a:gd name="T30" fmla="*/ 990 w 1123"/>
                <a:gd name="T31" fmla="*/ 89 h 90"/>
                <a:gd name="T32" fmla="*/ 988 w 1123"/>
                <a:gd name="T33" fmla="*/ 90 h 90"/>
                <a:gd name="T34" fmla="*/ 1012 w 1123"/>
                <a:gd name="T35" fmla="*/ 90 h 90"/>
                <a:gd name="T36" fmla="*/ 1002 w 1123"/>
                <a:gd name="T37" fmla="*/ 68 h 90"/>
                <a:gd name="T38" fmla="*/ 1028 w 1123"/>
                <a:gd name="T39" fmla="*/ 41 h 90"/>
                <a:gd name="T40" fmla="*/ 1048 w 1123"/>
                <a:gd name="T41" fmla="*/ 49 h 90"/>
                <a:gd name="T42" fmla="*/ 1052 w 1123"/>
                <a:gd name="T43" fmla="*/ 55 h 90"/>
                <a:gd name="T44" fmla="*/ 1039 w 1123"/>
                <a:gd name="T45" fmla="*/ 62 h 90"/>
                <a:gd name="T46" fmla="*/ 1028 w 1123"/>
                <a:gd name="T47" fmla="*/ 53 h 90"/>
                <a:gd name="T48" fmla="*/ 1022 w 1123"/>
                <a:gd name="T49" fmla="*/ 56 h 90"/>
                <a:gd name="T50" fmla="*/ 1018 w 1123"/>
                <a:gd name="T51" fmla="*/ 67 h 90"/>
                <a:gd name="T52" fmla="*/ 1028 w 1123"/>
                <a:gd name="T53" fmla="*/ 82 h 90"/>
                <a:gd name="T54" fmla="*/ 1039 w 1123"/>
                <a:gd name="T55" fmla="*/ 74 h 90"/>
                <a:gd name="T56" fmla="*/ 1052 w 1123"/>
                <a:gd name="T57" fmla="*/ 80 h 90"/>
                <a:gd name="T58" fmla="*/ 1047 w 1123"/>
                <a:gd name="T59" fmla="*/ 87 h 90"/>
                <a:gd name="T60" fmla="*/ 1044 w 1123"/>
                <a:gd name="T61" fmla="*/ 90 h 90"/>
                <a:gd name="T62" fmla="*/ 1059 w 1123"/>
                <a:gd name="T63" fmla="*/ 90 h 90"/>
                <a:gd name="T64" fmla="*/ 1059 w 1123"/>
                <a:gd name="T65" fmla="*/ 43 h 90"/>
                <a:gd name="T66" fmla="*/ 1075 w 1123"/>
                <a:gd name="T67" fmla="*/ 43 h 90"/>
                <a:gd name="T68" fmla="*/ 1075 w 1123"/>
                <a:gd name="T69" fmla="*/ 80 h 90"/>
                <a:gd name="T70" fmla="*/ 1096 w 1123"/>
                <a:gd name="T71" fmla="*/ 80 h 90"/>
                <a:gd name="T72" fmla="*/ 1096 w 1123"/>
                <a:gd name="T73" fmla="*/ 90 h 90"/>
                <a:gd name="T74" fmla="*/ 1123 w 1123"/>
                <a:gd name="T75" fmla="*/ 90 h 90"/>
                <a:gd name="T76" fmla="*/ 1123 w 1123"/>
                <a:gd name="T77" fmla="*/ 0 h 90"/>
                <a:gd name="T78" fmla="*/ 0 w 1123"/>
                <a:gd name="T79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3" h="90">
                  <a:moveTo>
                    <a:pt x="0" y="0"/>
                  </a:moveTo>
                  <a:cubicBezTo>
                    <a:pt x="0" y="90"/>
                    <a:pt x="0" y="90"/>
                    <a:pt x="0" y="90"/>
                  </a:cubicBezTo>
                  <a:cubicBezTo>
                    <a:pt x="957" y="90"/>
                    <a:pt x="957" y="90"/>
                    <a:pt x="957" y="90"/>
                  </a:cubicBezTo>
                  <a:cubicBezTo>
                    <a:pt x="956" y="90"/>
                    <a:pt x="955" y="89"/>
                    <a:pt x="955" y="89"/>
                  </a:cubicBezTo>
                  <a:cubicBezTo>
                    <a:pt x="950" y="84"/>
                    <a:pt x="950" y="78"/>
                    <a:pt x="949" y="73"/>
                  </a:cubicBezTo>
                  <a:cubicBezTo>
                    <a:pt x="949" y="43"/>
                    <a:pt x="949" y="43"/>
                    <a:pt x="949" y="43"/>
                  </a:cubicBezTo>
                  <a:cubicBezTo>
                    <a:pt x="966" y="43"/>
                    <a:pt x="966" y="43"/>
                    <a:pt x="966" y="43"/>
                  </a:cubicBezTo>
                  <a:cubicBezTo>
                    <a:pt x="966" y="74"/>
                    <a:pt x="966" y="74"/>
                    <a:pt x="966" y="74"/>
                  </a:cubicBezTo>
                  <a:cubicBezTo>
                    <a:pt x="966" y="76"/>
                    <a:pt x="966" y="79"/>
                    <a:pt x="967" y="80"/>
                  </a:cubicBezTo>
                  <a:cubicBezTo>
                    <a:pt x="969" y="82"/>
                    <a:pt x="971" y="82"/>
                    <a:pt x="973" y="82"/>
                  </a:cubicBezTo>
                  <a:cubicBezTo>
                    <a:pt x="975" y="82"/>
                    <a:pt x="977" y="81"/>
                    <a:pt x="978" y="80"/>
                  </a:cubicBezTo>
                  <a:cubicBezTo>
                    <a:pt x="979" y="79"/>
                    <a:pt x="980" y="76"/>
                    <a:pt x="980" y="74"/>
                  </a:cubicBezTo>
                  <a:cubicBezTo>
                    <a:pt x="980" y="43"/>
                    <a:pt x="980" y="43"/>
                    <a:pt x="980" y="43"/>
                  </a:cubicBezTo>
                  <a:cubicBezTo>
                    <a:pt x="996" y="43"/>
                    <a:pt x="996" y="43"/>
                    <a:pt x="996" y="43"/>
                  </a:cubicBezTo>
                  <a:cubicBezTo>
                    <a:pt x="996" y="70"/>
                    <a:pt x="996" y="70"/>
                    <a:pt x="996" y="70"/>
                  </a:cubicBezTo>
                  <a:cubicBezTo>
                    <a:pt x="996" y="75"/>
                    <a:pt x="996" y="83"/>
                    <a:pt x="990" y="89"/>
                  </a:cubicBezTo>
                  <a:cubicBezTo>
                    <a:pt x="989" y="89"/>
                    <a:pt x="989" y="90"/>
                    <a:pt x="988" y="90"/>
                  </a:cubicBezTo>
                  <a:cubicBezTo>
                    <a:pt x="1012" y="90"/>
                    <a:pt x="1012" y="90"/>
                    <a:pt x="1012" y="90"/>
                  </a:cubicBezTo>
                  <a:cubicBezTo>
                    <a:pt x="1005" y="85"/>
                    <a:pt x="1002" y="76"/>
                    <a:pt x="1002" y="68"/>
                  </a:cubicBezTo>
                  <a:cubicBezTo>
                    <a:pt x="1002" y="55"/>
                    <a:pt x="1011" y="41"/>
                    <a:pt x="1028" y="41"/>
                  </a:cubicBezTo>
                  <a:cubicBezTo>
                    <a:pt x="1035" y="41"/>
                    <a:pt x="1043" y="44"/>
                    <a:pt x="1048" y="49"/>
                  </a:cubicBezTo>
                  <a:cubicBezTo>
                    <a:pt x="1050" y="51"/>
                    <a:pt x="1051" y="53"/>
                    <a:pt x="1052" y="55"/>
                  </a:cubicBezTo>
                  <a:cubicBezTo>
                    <a:pt x="1039" y="62"/>
                    <a:pt x="1039" y="62"/>
                    <a:pt x="1039" y="62"/>
                  </a:cubicBezTo>
                  <a:cubicBezTo>
                    <a:pt x="1038" y="59"/>
                    <a:pt x="1035" y="53"/>
                    <a:pt x="1028" y="53"/>
                  </a:cubicBezTo>
                  <a:cubicBezTo>
                    <a:pt x="1025" y="53"/>
                    <a:pt x="1023" y="55"/>
                    <a:pt x="1022" y="56"/>
                  </a:cubicBezTo>
                  <a:cubicBezTo>
                    <a:pt x="1018" y="60"/>
                    <a:pt x="1018" y="65"/>
                    <a:pt x="1018" y="67"/>
                  </a:cubicBezTo>
                  <a:cubicBezTo>
                    <a:pt x="1018" y="75"/>
                    <a:pt x="1021" y="82"/>
                    <a:pt x="1028" y="82"/>
                  </a:cubicBezTo>
                  <a:cubicBezTo>
                    <a:pt x="1036" y="82"/>
                    <a:pt x="1038" y="75"/>
                    <a:pt x="1039" y="74"/>
                  </a:cubicBezTo>
                  <a:cubicBezTo>
                    <a:pt x="1052" y="80"/>
                    <a:pt x="1052" y="80"/>
                    <a:pt x="1052" y="80"/>
                  </a:cubicBezTo>
                  <a:cubicBezTo>
                    <a:pt x="1051" y="83"/>
                    <a:pt x="1050" y="85"/>
                    <a:pt x="1047" y="87"/>
                  </a:cubicBezTo>
                  <a:cubicBezTo>
                    <a:pt x="1046" y="88"/>
                    <a:pt x="1045" y="89"/>
                    <a:pt x="1044" y="90"/>
                  </a:cubicBezTo>
                  <a:cubicBezTo>
                    <a:pt x="1059" y="90"/>
                    <a:pt x="1059" y="90"/>
                    <a:pt x="1059" y="90"/>
                  </a:cubicBezTo>
                  <a:cubicBezTo>
                    <a:pt x="1059" y="43"/>
                    <a:pt x="1059" y="43"/>
                    <a:pt x="1059" y="43"/>
                  </a:cubicBezTo>
                  <a:cubicBezTo>
                    <a:pt x="1075" y="43"/>
                    <a:pt x="1075" y="43"/>
                    <a:pt x="1075" y="43"/>
                  </a:cubicBezTo>
                  <a:cubicBezTo>
                    <a:pt x="1075" y="80"/>
                    <a:pt x="1075" y="80"/>
                    <a:pt x="1075" y="80"/>
                  </a:cubicBezTo>
                  <a:cubicBezTo>
                    <a:pt x="1096" y="80"/>
                    <a:pt x="1096" y="80"/>
                    <a:pt x="1096" y="80"/>
                  </a:cubicBezTo>
                  <a:cubicBezTo>
                    <a:pt x="1096" y="90"/>
                    <a:pt x="1096" y="90"/>
                    <a:pt x="1096" y="90"/>
                  </a:cubicBezTo>
                  <a:cubicBezTo>
                    <a:pt x="1123" y="90"/>
                    <a:pt x="1123" y="90"/>
                    <a:pt x="1123" y="90"/>
                  </a:cubicBezTo>
                  <a:cubicBezTo>
                    <a:pt x="1123" y="0"/>
                    <a:pt x="1123" y="0"/>
                    <a:pt x="112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3D4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2D4288A-D562-40F9-A428-C13061DCC7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24000" y="360000"/>
              <a:ext cx="147064" cy="172800"/>
            </a:xfrm>
            <a:prstGeom prst="rect">
              <a:avLst/>
            </a:prstGeom>
            <a:noFill/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3B03C3FA-D699-461F-A60A-2AD81F14DD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524000" y="360000"/>
            <a:ext cx="147064" cy="172800"/>
          </a:xfrm>
          <a:prstGeom prst="rect">
            <a:avLst/>
          </a:prstGeom>
          <a:noFill/>
        </p:spPr>
      </p:pic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F02A824E-2FC0-4C2C-9B83-187255250D06}"/>
              </a:ext>
            </a:extLst>
          </p:cNvPr>
          <p:cNvSpPr>
            <a:spLocks noGrp="1"/>
          </p:cNvSpPr>
          <p:nvPr userDrawn="1">
            <p:ph sz="quarter" idx="14"/>
          </p:nvPr>
        </p:nvSpPr>
        <p:spPr>
          <a:xfrm>
            <a:off x="630000" y="1386000"/>
            <a:ext cx="7887600" cy="3128578"/>
          </a:xfrm>
        </p:spPr>
        <p:txBody>
          <a:bodyPr>
            <a:normAutofit/>
          </a:bodyPr>
          <a:lstStyle>
            <a:lvl1pPr marL="177800" indent="-177800">
              <a:defRPr sz="2400" b="0">
                <a:solidFill>
                  <a:schemeClr val="tx1"/>
                </a:solidFill>
                <a:latin typeface="Helvetica" pitchFamily="2" charset="0"/>
              </a:defRPr>
            </a:lvl1pPr>
            <a:lvl2pPr marL="355600" indent="-177800">
              <a:defRPr sz="2400" b="0">
                <a:solidFill>
                  <a:schemeClr val="tx1"/>
                </a:solidFill>
                <a:latin typeface="Helvetica" pitchFamily="2" charset="0"/>
              </a:defRPr>
            </a:lvl2pPr>
            <a:lvl3pPr marL="534988" indent="-179388">
              <a:defRPr sz="2400" b="0">
                <a:solidFill>
                  <a:schemeClr val="tx1"/>
                </a:solidFill>
                <a:latin typeface="Helvetica" pitchFamily="2" charset="0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CE05F7E-50D7-4DDD-9F3C-546AF69CC7DD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630000" y="858891"/>
            <a:ext cx="7887600" cy="525740"/>
          </a:xfr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0097A9"/>
                </a:solidFill>
                <a:latin typeface="Helvetica" pitchFamily="2" charset="0"/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DE5B0F-5775-4DE6-9DC6-BA08FE6BED36}"/>
              </a:ext>
            </a:extLst>
          </p:cNvPr>
          <p:cNvSpPr txBox="1"/>
          <p:nvPr userDrawn="1"/>
        </p:nvSpPr>
        <p:spPr>
          <a:xfrm>
            <a:off x="287999" y="163606"/>
            <a:ext cx="5488958" cy="4161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3000"/>
              </a:lnSpc>
            </a:pPr>
            <a:r>
              <a:rPr lang="en-US" sz="1100" dirty="0">
                <a:solidFill>
                  <a:schemeClr val="bg1"/>
                </a:solidFill>
                <a:latin typeface="Helvetica" pitchFamily="2" charset="0"/>
              </a:rPr>
              <a:t>Project Title</a:t>
            </a:r>
            <a:br>
              <a:rPr lang="en-US" sz="1100" dirty="0">
                <a:solidFill>
                  <a:schemeClr val="bg1"/>
                </a:solidFill>
                <a:latin typeface="Helvetica" pitchFamily="2" charset="0"/>
              </a:rPr>
            </a:br>
            <a:r>
              <a:rPr lang="en-US" sz="1100" dirty="0">
                <a:solidFill>
                  <a:schemeClr val="bg1"/>
                </a:solidFill>
                <a:latin typeface="Helvetica" pitchFamily="2" charset="0"/>
              </a:rPr>
              <a:t>Department of Electronic &amp; Electrical Engineering</a:t>
            </a:r>
            <a:endParaRPr lang="en-GB" sz="1100" dirty="0">
              <a:solidFill>
                <a:schemeClr val="bg1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070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380BF1C7-E2FB-4FF0-9A1C-BB5A9964F265}"/>
              </a:ext>
            </a:extLst>
          </p:cNvPr>
          <p:cNvGrpSpPr/>
          <p:nvPr userDrawn="1"/>
        </p:nvGrpSpPr>
        <p:grpSpPr>
          <a:xfrm>
            <a:off x="0" y="-1588"/>
            <a:ext cx="9144000" cy="741363"/>
            <a:chOff x="0" y="-1588"/>
            <a:chExt cx="9144000" cy="741363"/>
          </a:xfrm>
          <a:solidFill>
            <a:srgbClr val="D6D2C4"/>
          </a:solidFill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13B2CBEF-3E59-4967-AB64-4D64C22D277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-1588"/>
              <a:ext cx="9144000" cy="741363"/>
            </a:xfrm>
            <a:custGeom>
              <a:avLst/>
              <a:gdLst>
                <a:gd name="T0" fmla="*/ 0 w 1123"/>
                <a:gd name="T1" fmla="*/ 0 h 90"/>
                <a:gd name="T2" fmla="*/ 0 w 1123"/>
                <a:gd name="T3" fmla="*/ 90 h 90"/>
                <a:gd name="T4" fmla="*/ 957 w 1123"/>
                <a:gd name="T5" fmla="*/ 90 h 90"/>
                <a:gd name="T6" fmla="*/ 955 w 1123"/>
                <a:gd name="T7" fmla="*/ 89 h 90"/>
                <a:gd name="T8" fmla="*/ 949 w 1123"/>
                <a:gd name="T9" fmla="*/ 73 h 90"/>
                <a:gd name="T10" fmla="*/ 949 w 1123"/>
                <a:gd name="T11" fmla="*/ 43 h 90"/>
                <a:gd name="T12" fmla="*/ 966 w 1123"/>
                <a:gd name="T13" fmla="*/ 43 h 90"/>
                <a:gd name="T14" fmla="*/ 966 w 1123"/>
                <a:gd name="T15" fmla="*/ 74 h 90"/>
                <a:gd name="T16" fmla="*/ 967 w 1123"/>
                <a:gd name="T17" fmla="*/ 80 h 90"/>
                <a:gd name="T18" fmla="*/ 973 w 1123"/>
                <a:gd name="T19" fmla="*/ 82 h 90"/>
                <a:gd name="T20" fmla="*/ 978 w 1123"/>
                <a:gd name="T21" fmla="*/ 80 h 90"/>
                <a:gd name="T22" fmla="*/ 980 w 1123"/>
                <a:gd name="T23" fmla="*/ 74 h 90"/>
                <a:gd name="T24" fmla="*/ 980 w 1123"/>
                <a:gd name="T25" fmla="*/ 43 h 90"/>
                <a:gd name="T26" fmla="*/ 996 w 1123"/>
                <a:gd name="T27" fmla="*/ 43 h 90"/>
                <a:gd name="T28" fmla="*/ 996 w 1123"/>
                <a:gd name="T29" fmla="*/ 70 h 90"/>
                <a:gd name="T30" fmla="*/ 990 w 1123"/>
                <a:gd name="T31" fmla="*/ 89 h 90"/>
                <a:gd name="T32" fmla="*/ 988 w 1123"/>
                <a:gd name="T33" fmla="*/ 90 h 90"/>
                <a:gd name="T34" fmla="*/ 1012 w 1123"/>
                <a:gd name="T35" fmla="*/ 90 h 90"/>
                <a:gd name="T36" fmla="*/ 1002 w 1123"/>
                <a:gd name="T37" fmla="*/ 68 h 90"/>
                <a:gd name="T38" fmla="*/ 1028 w 1123"/>
                <a:gd name="T39" fmla="*/ 41 h 90"/>
                <a:gd name="T40" fmla="*/ 1048 w 1123"/>
                <a:gd name="T41" fmla="*/ 49 h 90"/>
                <a:gd name="T42" fmla="*/ 1052 w 1123"/>
                <a:gd name="T43" fmla="*/ 55 h 90"/>
                <a:gd name="T44" fmla="*/ 1039 w 1123"/>
                <a:gd name="T45" fmla="*/ 62 h 90"/>
                <a:gd name="T46" fmla="*/ 1028 w 1123"/>
                <a:gd name="T47" fmla="*/ 53 h 90"/>
                <a:gd name="T48" fmla="*/ 1022 w 1123"/>
                <a:gd name="T49" fmla="*/ 56 h 90"/>
                <a:gd name="T50" fmla="*/ 1018 w 1123"/>
                <a:gd name="T51" fmla="*/ 67 h 90"/>
                <a:gd name="T52" fmla="*/ 1028 w 1123"/>
                <a:gd name="T53" fmla="*/ 82 h 90"/>
                <a:gd name="T54" fmla="*/ 1039 w 1123"/>
                <a:gd name="T55" fmla="*/ 74 h 90"/>
                <a:gd name="T56" fmla="*/ 1052 w 1123"/>
                <a:gd name="T57" fmla="*/ 80 h 90"/>
                <a:gd name="T58" fmla="*/ 1047 w 1123"/>
                <a:gd name="T59" fmla="*/ 87 h 90"/>
                <a:gd name="T60" fmla="*/ 1044 w 1123"/>
                <a:gd name="T61" fmla="*/ 90 h 90"/>
                <a:gd name="T62" fmla="*/ 1059 w 1123"/>
                <a:gd name="T63" fmla="*/ 90 h 90"/>
                <a:gd name="T64" fmla="*/ 1059 w 1123"/>
                <a:gd name="T65" fmla="*/ 43 h 90"/>
                <a:gd name="T66" fmla="*/ 1075 w 1123"/>
                <a:gd name="T67" fmla="*/ 43 h 90"/>
                <a:gd name="T68" fmla="*/ 1075 w 1123"/>
                <a:gd name="T69" fmla="*/ 80 h 90"/>
                <a:gd name="T70" fmla="*/ 1096 w 1123"/>
                <a:gd name="T71" fmla="*/ 80 h 90"/>
                <a:gd name="T72" fmla="*/ 1096 w 1123"/>
                <a:gd name="T73" fmla="*/ 90 h 90"/>
                <a:gd name="T74" fmla="*/ 1123 w 1123"/>
                <a:gd name="T75" fmla="*/ 90 h 90"/>
                <a:gd name="T76" fmla="*/ 1123 w 1123"/>
                <a:gd name="T77" fmla="*/ 0 h 90"/>
                <a:gd name="T78" fmla="*/ 0 w 1123"/>
                <a:gd name="T79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3" h="90">
                  <a:moveTo>
                    <a:pt x="0" y="0"/>
                  </a:moveTo>
                  <a:cubicBezTo>
                    <a:pt x="0" y="90"/>
                    <a:pt x="0" y="90"/>
                    <a:pt x="0" y="90"/>
                  </a:cubicBezTo>
                  <a:cubicBezTo>
                    <a:pt x="957" y="90"/>
                    <a:pt x="957" y="90"/>
                    <a:pt x="957" y="90"/>
                  </a:cubicBezTo>
                  <a:cubicBezTo>
                    <a:pt x="956" y="90"/>
                    <a:pt x="955" y="89"/>
                    <a:pt x="955" y="89"/>
                  </a:cubicBezTo>
                  <a:cubicBezTo>
                    <a:pt x="950" y="84"/>
                    <a:pt x="950" y="78"/>
                    <a:pt x="949" y="73"/>
                  </a:cubicBezTo>
                  <a:cubicBezTo>
                    <a:pt x="949" y="43"/>
                    <a:pt x="949" y="43"/>
                    <a:pt x="949" y="43"/>
                  </a:cubicBezTo>
                  <a:cubicBezTo>
                    <a:pt x="966" y="43"/>
                    <a:pt x="966" y="43"/>
                    <a:pt x="966" y="43"/>
                  </a:cubicBezTo>
                  <a:cubicBezTo>
                    <a:pt x="966" y="74"/>
                    <a:pt x="966" y="74"/>
                    <a:pt x="966" y="74"/>
                  </a:cubicBezTo>
                  <a:cubicBezTo>
                    <a:pt x="966" y="76"/>
                    <a:pt x="966" y="79"/>
                    <a:pt x="967" y="80"/>
                  </a:cubicBezTo>
                  <a:cubicBezTo>
                    <a:pt x="969" y="82"/>
                    <a:pt x="971" y="82"/>
                    <a:pt x="973" y="82"/>
                  </a:cubicBezTo>
                  <a:cubicBezTo>
                    <a:pt x="975" y="82"/>
                    <a:pt x="977" y="81"/>
                    <a:pt x="978" y="80"/>
                  </a:cubicBezTo>
                  <a:cubicBezTo>
                    <a:pt x="979" y="79"/>
                    <a:pt x="980" y="76"/>
                    <a:pt x="980" y="74"/>
                  </a:cubicBezTo>
                  <a:cubicBezTo>
                    <a:pt x="980" y="43"/>
                    <a:pt x="980" y="43"/>
                    <a:pt x="980" y="43"/>
                  </a:cubicBezTo>
                  <a:cubicBezTo>
                    <a:pt x="996" y="43"/>
                    <a:pt x="996" y="43"/>
                    <a:pt x="996" y="43"/>
                  </a:cubicBezTo>
                  <a:cubicBezTo>
                    <a:pt x="996" y="70"/>
                    <a:pt x="996" y="70"/>
                    <a:pt x="996" y="70"/>
                  </a:cubicBezTo>
                  <a:cubicBezTo>
                    <a:pt x="996" y="75"/>
                    <a:pt x="996" y="83"/>
                    <a:pt x="990" y="89"/>
                  </a:cubicBezTo>
                  <a:cubicBezTo>
                    <a:pt x="989" y="89"/>
                    <a:pt x="989" y="90"/>
                    <a:pt x="988" y="90"/>
                  </a:cubicBezTo>
                  <a:cubicBezTo>
                    <a:pt x="1012" y="90"/>
                    <a:pt x="1012" y="90"/>
                    <a:pt x="1012" y="90"/>
                  </a:cubicBezTo>
                  <a:cubicBezTo>
                    <a:pt x="1005" y="85"/>
                    <a:pt x="1002" y="76"/>
                    <a:pt x="1002" y="68"/>
                  </a:cubicBezTo>
                  <a:cubicBezTo>
                    <a:pt x="1002" y="55"/>
                    <a:pt x="1011" y="41"/>
                    <a:pt x="1028" y="41"/>
                  </a:cubicBezTo>
                  <a:cubicBezTo>
                    <a:pt x="1035" y="41"/>
                    <a:pt x="1043" y="44"/>
                    <a:pt x="1048" y="49"/>
                  </a:cubicBezTo>
                  <a:cubicBezTo>
                    <a:pt x="1050" y="51"/>
                    <a:pt x="1051" y="53"/>
                    <a:pt x="1052" y="55"/>
                  </a:cubicBezTo>
                  <a:cubicBezTo>
                    <a:pt x="1039" y="62"/>
                    <a:pt x="1039" y="62"/>
                    <a:pt x="1039" y="62"/>
                  </a:cubicBezTo>
                  <a:cubicBezTo>
                    <a:pt x="1038" y="59"/>
                    <a:pt x="1035" y="53"/>
                    <a:pt x="1028" y="53"/>
                  </a:cubicBezTo>
                  <a:cubicBezTo>
                    <a:pt x="1025" y="53"/>
                    <a:pt x="1023" y="55"/>
                    <a:pt x="1022" y="56"/>
                  </a:cubicBezTo>
                  <a:cubicBezTo>
                    <a:pt x="1018" y="60"/>
                    <a:pt x="1018" y="65"/>
                    <a:pt x="1018" y="67"/>
                  </a:cubicBezTo>
                  <a:cubicBezTo>
                    <a:pt x="1018" y="75"/>
                    <a:pt x="1021" y="82"/>
                    <a:pt x="1028" y="82"/>
                  </a:cubicBezTo>
                  <a:cubicBezTo>
                    <a:pt x="1036" y="82"/>
                    <a:pt x="1038" y="75"/>
                    <a:pt x="1039" y="74"/>
                  </a:cubicBezTo>
                  <a:cubicBezTo>
                    <a:pt x="1052" y="80"/>
                    <a:pt x="1052" y="80"/>
                    <a:pt x="1052" y="80"/>
                  </a:cubicBezTo>
                  <a:cubicBezTo>
                    <a:pt x="1051" y="83"/>
                    <a:pt x="1050" y="85"/>
                    <a:pt x="1047" y="87"/>
                  </a:cubicBezTo>
                  <a:cubicBezTo>
                    <a:pt x="1046" y="88"/>
                    <a:pt x="1045" y="89"/>
                    <a:pt x="1044" y="90"/>
                  </a:cubicBezTo>
                  <a:cubicBezTo>
                    <a:pt x="1059" y="90"/>
                    <a:pt x="1059" y="90"/>
                    <a:pt x="1059" y="90"/>
                  </a:cubicBezTo>
                  <a:cubicBezTo>
                    <a:pt x="1059" y="43"/>
                    <a:pt x="1059" y="43"/>
                    <a:pt x="1059" y="43"/>
                  </a:cubicBezTo>
                  <a:cubicBezTo>
                    <a:pt x="1075" y="43"/>
                    <a:pt x="1075" y="43"/>
                    <a:pt x="1075" y="43"/>
                  </a:cubicBezTo>
                  <a:cubicBezTo>
                    <a:pt x="1075" y="80"/>
                    <a:pt x="1075" y="80"/>
                    <a:pt x="1075" y="80"/>
                  </a:cubicBezTo>
                  <a:cubicBezTo>
                    <a:pt x="1096" y="80"/>
                    <a:pt x="1096" y="80"/>
                    <a:pt x="1096" y="80"/>
                  </a:cubicBezTo>
                  <a:cubicBezTo>
                    <a:pt x="1096" y="90"/>
                    <a:pt x="1096" y="90"/>
                    <a:pt x="1096" y="90"/>
                  </a:cubicBezTo>
                  <a:cubicBezTo>
                    <a:pt x="1123" y="90"/>
                    <a:pt x="1123" y="90"/>
                    <a:pt x="1123" y="90"/>
                  </a:cubicBezTo>
                  <a:cubicBezTo>
                    <a:pt x="1123" y="0"/>
                    <a:pt x="1123" y="0"/>
                    <a:pt x="112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3D4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0CDCFCC-5B7D-4F76-810D-5B3388560A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24000" y="360000"/>
              <a:ext cx="147064" cy="172800"/>
            </a:xfrm>
            <a:prstGeom prst="rect">
              <a:avLst/>
            </a:prstGeom>
            <a:noFill/>
          </p:spPr>
        </p:pic>
      </p:grp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CE05F7E-50D7-4DDD-9F3C-546AF69CC7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" y="858891"/>
            <a:ext cx="7887600" cy="525740"/>
          </a:xfr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0097A9"/>
                </a:solidFill>
                <a:latin typeface="Helvetica" pitchFamily="2" charset="0"/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F02A824E-2FC0-4C2C-9B83-187255250D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0000" y="1386000"/>
            <a:ext cx="3942000" cy="3128578"/>
          </a:xfrm>
        </p:spPr>
        <p:txBody>
          <a:bodyPr>
            <a:normAutofit/>
          </a:bodyPr>
          <a:lstStyle>
            <a:lvl1pPr marL="177800" indent="-177800">
              <a:defRPr sz="2400" b="0">
                <a:solidFill>
                  <a:schemeClr val="tx1"/>
                </a:solidFill>
                <a:latin typeface="Helvetica" pitchFamily="2" charset="0"/>
              </a:defRPr>
            </a:lvl1pPr>
            <a:lvl2pPr marL="355600" indent="-177800">
              <a:defRPr sz="2400" b="0">
                <a:solidFill>
                  <a:schemeClr val="tx1"/>
                </a:solidFill>
                <a:latin typeface="Helvetica" pitchFamily="2" charset="0"/>
              </a:defRPr>
            </a:lvl2pPr>
            <a:lvl3pPr marL="534988" indent="-179388">
              <a:defRPr sz="2400" b="0">
                <a:solidFill>
                  <a:schemeClr val="tx1"/>
                </a:solidFill>
                <a:latin typeface="Helvetica" pitchFamily="2" charset="0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ABE3DB23-446F-403E-8CD8-8E34141D74B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5600" y="1386000"/>
            <a:ext cx="3942000" cy="3128578"/>
          </a:xfrm>
        </p:spPr>
        <p:txBody>
          <a:bodyPr>
            <a:normAutofit/>
          </a:bodyPr>
          <a:lstStyle>
            <a:lvl1pPr marL="177800" indent="-177800">
              <a:defRPr sz="2400" b="0">
                <a:solidFill>
                  <a:schemeClr val="tx1"/>
                </a:solidFill>
                <a:latin typeface="Helvetica" pitchFamily="2" charset="0"/>
              </a:defRPr>
            </a:lvl1pPr>
            <a:lvl2pPr marL="355600" indent="-177800">
              <a:defRPr sz="2400" b="0">
                <a:solidFill>
                  <a:schemeClr val="tx1"/>
                </a:solidFill>
                <a:latin typeface="Helvetica" pitchFamily="2" charset="0"/>
              </a:defRPr>
            </a:lvl2pPr>
            <a:lvl3pPr marL="534988" indent="-179388">
              <a:defRPr sz="2400" b="0">
                <a:solidFill>
                  <a:schemeClr val="tx1"/>
                </a:solidFill>
                <a:latin typeface="Helvetica" pitchFamily="2" charset="0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74D432-2D68-4FCE-81F9-7499218BC034}"/>
              </a:ext>
            </a:extLst>
          </p:cNvPr>
          <p:cNvSpPr txBox="1"/>
          <p:nvPr userDrawn="1"/>
        </p:nvSpPr>
        <p:spPr>
          <a:xfrm>
            <a:off x="287999" y="163606"/>
            <a:ext cx="5488958" cy="4161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3000"/>
              </a:lnSpc>
            </a:pPr>
            <a:r>
              <a:rPr lang="en-US" sz="1100" dirty="0">
                <a:solidFill>
                  <a:schemeClr val="bg1"/>
                </a:solidFill>
                <a:latin typeface="Helvetica" pitchFamily="2" charset="0"/>
              </a:rPr>
              <a:t>Your Project Title</a:t>
            </a:r>
            <a:br>
              <a:rPr lang="en-US" sz="1100" dirty="0">
                <a:solidFill>
                  <a:schemeClr val="bg1"/>
                </a:solidFill>
                <a:latin typeface="Helvetica" pitchFamily="2" charset="0"/>
              </a:rPr>
            </a:br>
            <a:r>
              <a:rPr lang="en-US" sz="1100" dirty="0">
                <a:solidFill>
                  <a:schemeClr val="bg1"/>
                </a:solidFill>
                <a:latin typeface="Helvetica" pitchFamily="2" charset="0"/>
              </a:rPr>
              <a:t>Department of Electronic &amp; Electrical Engineering</a:t>
            </a:r>
            <a:endParaRPr lang="en-GB" sz="1100" dirty="0">
              <a:solidFill>
                <a:schemeClr val="bg1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906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ernativ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FB4D6FA-29A3-4FA8-92C1-4779E95B8EF7}"/>
              </a:ext>
            </a:extLst>
          </p:cNvPr>
          <p:cNvGrpSpPr/>
          <p:nvPr userDrawn="1"/>
        </p:nvGrpSpPr>
        <p:grpSpPr>
          <a:xfrm>
            <a:off x="0" y="-1588"/>
            <a:ext cx="9144000" cy="741363"/>
            <a:chOff x="0" y="-1588"/>
            <a:chExt cx="9144000" cy="741363"/>
          </a:xfrm>
          <a:solidFill>
            <a:srgbClr val="D6D2C4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E3F12A22-29E5-4B8D-84F2-8BDCB3F2C00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-1588"/>
              <a:ext cx="9144000" cy="741363"/>
            </a:xfrm>
            <a:custGeom>
              <a:avLst/>
              <a:gdLst>
                <a:gd name="T0" fmla="*/ 0 w 1123"/>
                <a:gd name="T1" fmla="*/ 0 h 90"/>
                <a:gd name="T2" fmla="*/ 0 w 1123"/>
                <a:gd name="T3" fmla="*/ 90 h 90"/>
                <a:gd name="T4" fmla="*/ 957 w 1123"/>
                <a:gd name="T5" fmla="*/ 90 h 90"/>
                <a:gd name="T6" fmla="*/ 955 w 1123"/>
                <a:gd name="T7" fmla="*/ 89 h 90"/>
                <a:gd name="T8" fmla="*/ 949 w 1123"/>
                <a:gd name="T9" fmla="*/ 73 h 90"/>
                <a:gd name="T10" fmla="*/ 949 w 1123"/>
                <a:gd name="T11" fmla="*/ 43 h 90"/>
                <a:gd name="T12" fmla="*/ 966 w 1123"/>
                <a:gd name="T13" fmla="*/ 43 h 90"/>
                <a:gd name="T14" fmla="*/ 966 w 1123"/>
                <a:gd name="T15" fmla="*/ 74 h 90"/>
                <a:gd name="T16" fmla="*/ 967 w 1123"/>
                <a:gd name="T17" fmla="*/ 80 h 90"/>
                <a:gd name="T18" fmla="*/ 973 w 1123"/>
                <a:gd name="T19" fmla="*/ 82 h 90"/>
                <a:gd name="T20" fmla="*/ 978 w 1123"/>
                <a:gd name="T21" fmla="*/ 80 h 90"/>
                <a:gd name="T22" fmla="*/ 980 w 1123"/>
                <a:gd name="T23" fmla="*/ 74 h 90"/>
                <a:gd name="T24" fmla="*/ 980 w 1123"/>
                <a:gd name="T25" fmla="*/ 43 h 90"/>
                <a:gd name="T26" fmla="*/ 996 w 1123"/>
                <a:gd name="T27" fmla="*/ 43 h 90"/>
                <a:gd name="T28" fmla="*/ 996 w 1123"/>
                <a:gd name="T29" fmla="*/ 70 h 90"/>
                <a:gd name="T30" fmla="*/ 990 w 1123"/>
                <a:gd name="T31" fmla="*/ 89 h 90"/>
                <a:gd name="T32" fmla="*/ 988 w 1123"/>
                <a:gd name="T33" fmla="*/ 90 h 90"/>
                <a:gd name="T34" fmla="*/ 1012 w 1123"/>
                <a:gd name="T35" fmla="*/ 90 h 90"/>
                <a:gd name="T36" fmla="*/ 1002 w 1123"/>
                <a:gd name="T37" fmla="*/ 68 h 90"/>
                <a:gd name="T38" fmla="*/ 1028 w 1123"/>
                <a:gd name="T39" fmla="*/ 41 h 90"/>
                <a:gd name="T40" fmla="*/ 1048 w 1123"/>
                <a:gd name="T41" fmla="*/ 49 h 90"/>
                <a:gd name="T42" fmla="*/ 1052 w 1123"/>
                <a:gd name="T43" fmla="*/ 55 h 90"/>
                <a:gd name="T44" fmla="*/ 1039 w 1123"/>
                <a:gd name="T45" fmla="*/ 62 h 90"/>
                <a:gd name="T46" fmla="*/ 1028 w 1123"/>
                <a:gd name="T47" fmla="*/ 53 h 90"/>
                <a:gd name="T48" fmla="*/ 1022 w 1123"/>
                <a:gd name="T49" fmla="*/ 56 h 90"/>
                <a:gd name="T50" fmla="*/ 1018 w 1123"/>
                <a:gd name="T51" fmla="*/ 67 h 90"/>
                <a:gd name="T52" fmla="*/ 1028 w 1123"/>
                <a:gd name="T53" fmla="*/ 82 h 90"/>
                <a:gd name="T54" fmla="*/ 1039 w 1123"/>
                <a:gd name="T55" fmla="*/ 74 h 90"/>
                <a:gd name="T56" fmla="*/ 1052 w 1123"/>
                <a:gd name="T57" fmla="*/ 80 h 90"/>
                <a:gd name="T58" fmla="*/ 1047 w 1123"/>
                <a:gd name="T59" fmla="*/ 87 h 90"/>
                <a:gd name="T60" fmla="*/ 1044 w 1123"/>
                <a:gd name="T61" fmla="*/ 90 h 90"/>
                <a:gd name="T62" fmla="*/ 1059 w 1123"/>
                <a:gd name="T63" fmla="*/ 90 h 90"/>
                <a:gd name="T64" fmla="*/ 1059 w 1123"/>
                <a:gd name="T65" fmla="*/ 43 h 90"/>
                <a:gd name="T66" fmla="*/ 1075 w 1123"/>
                <a:gd name="T67" fmla="*/ 43 h 90"/>
                <a:gd name="T68" fmla="*/ 1075 w 1123"/>
                <a:gd name="T69" fmla="*/ 80 h 90"/>
                <a:gd name="T70" fmla="*/ 1096 w 1123"/>
                <a:gd name="T71" fmla="*/ 80 h 90"/>
                <a:gd name="T72" fmla="*/ 1096 w 1123"/>
                <a:gd name="T73" fmla="*/ 90 h 90"/>
                <a:gd name="T74" fmla="*/ 1123 w 1123"/>
                <a:gd name="T75" fmla="*/ 90 h 90"/>
                <a:gd name="T76" fmla="*/ 1123 w 1123"/>
                <a:gd name="T77" fmla="*/ 0 h 90"/>
                <a:gd name="T78" fmla="*/ 0 w 1123"/>
                <a:gd name="T79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3" h="90">
                  <a:moveTo>
                    <a:pt x="0" y="0"/>
                  </a:moveTo>
                  <a:cubicBezTo>
                    <a:pt x="0" y="90"/>
                    <a:pt x="0" y="90"/>
                    <a:pt x="0" y="90"/>
                  </a:cubicBezTo>
                  <a:cubicBezTo>
                    <a:pt x="957" y="90"/>
                    <a:pt x="957" y="90"/>
                    <a:pt x="957" y="90"/>
                  </a:cubicBezTo>
                  <a:cubicBezTo>
                    <a:pt x="956" y="90"/>
                    <a:pt x="955" y="89"/>
                    <a:pt x="955" y="89"/>
                  </a:cubicBezTo>
                  <a:cubicBezTo>
                    <a:pt x="950" y="84"/>
                    <a:pt x="950" y="78"/>
                    <a:pt x="949" y="73"/>
                  </a:cubicBezTo>
                  <a:cubicBezTo>
                    <a:pt x="949" y="43"/>
                    <a:pt x="949" y="43"/>
                    <a:pt x="949" y="43"/>
                  </a:cubicBezTo>
                  <a:cubicBezTo>
                    <a:pt x="966" y="43"/>
                    <a:pt x="966" y="43"/>
                    <a:pt x="966" y="43"/>
                  </a:cubicBezTo>
                  <a:cubicBezTo>
                    <a:pt x="966" y="74"/>
                    <a:pt x="966" y="74"/>
                    <a:pt x="966" y="74"/>
                  </a:cubicBezTo>
                  <a:cubicBezTo>
                    <a:pt x="966" y="76"/>
                    <a:pt x="966" y="79"/>
                    <a:pt x="967" y="80"/>
                  </a:cubicBezTo>
                  <a:cubicBezTo>
                    <a:pt x="969" y="82"/>
                    <a:pt x="971" y="82"/>
                    <a:pt x="973" y="82"/>
                  </a:cubicBezTo>
                  <a:cubicBezTo>
                    <a:pt x="975" y="82"/>
                    <a:pt x="977" y="81"/>
                    <a:pt x="978" y="80"/>
                  </a:cubicBezTo>
                  <a:cubicBezTo>
                    <a:pt x="979" y="79"/>
                    <a:pt x="980" y="76"/>
                    <a:pt x="980" y="74"/>
                  </a:cubicBezTo>
                  <a:cubicBezTo>
                    <a:pt x="980" y="43"/>
                    <a:pt x="980" y="43"/>
                    <a:pt x="980" y="43"/>
                  </a:cubicBezTo>
                  <a:cubicBezTo>
                    <a:pt x="996" y="43"/>
                    <a:pt x="996" y="43"/>
                    <a:pt x="996" y="43"/>
                  </a:cubicBezTo>
                  <a:cubicBezTo>
                    <a:pt x="996" y="70"/>
                    <a:pt x="996" y="70"/>
                    <a:pt x="996" y="70"/>
                  </a:cubicBezTo>
                  <a:cubicBezTo>
                    <a:pt x="996" y="75"/>
                    <a:pt x="996" y="83"/>
                    <a:pt x="990" y="89"/>
                  </a:cubicBezTo>
                  <a:cubicBezTo>
                    <a:pt x="989" y="89"/>
                    <a:pt x="989" y="90"/>
                    <a:pt x="988" y="90"/>
                  </a:cubicBezTo>
                  <a:cubicBezTo>
                    <a:pt x="1012" y="90"/>
                    <a:pt x="1012" y="90"/>
                    <a:pt x="1012" y="90"/>
                  </a:cubicBezTo>
                  <a:cubicBezTo>
                    <a:pt x="1005" y="85"/>
                    <a:pt x="1002" y="76"/>
                    <a:pt x="1002" y="68"/>
                  </a:cubicBezTo>
                  <a:cubicBezTo>
                    <a:pt x="1002" y="55"/>
                    <a:pt x="1011" y="41"/>
                    <a:pt x="1028" y="41"/>
                  </a:cubicBezTo>
                  <a:cubicBezTo>
                    <a:pt x="1035" y="41"/>
                    <a:pt x="1043" y="44"/>
                    <a:pt x="1048" y="49"/>
                  </a:cubicBezTo>
                  <a:cubicBezTo>
                    <a:pt x="1050" y="51"/>
                    <a:pt x="1051" y="53"/>
                    <a:pt x="1052" y="55"/>
                  </a:cubicBezTo>
                  <a:cubicBezTo>
                    <a:pt x="1039" y="62"/>
                    <a:pt x="1039" y="62"/>
                    <a:pt x="1039" y="62"/>
                  </a:cubicBezTo>
                  <a:cubicBezTo>
                    <a:pt x="1038" y="59"/>
                    <a:pt x="1035" y="53"/>
                    <a:pt x="1028" y="53"/>
                  </a:cubicBezTo>
                  <a:cubicBezTo>
                    <a:pt x="1025" y="53"/>
                    <a:pt x="1023" y="55"/>
                    <a:pt x="1022" y="56"/>
                  </a:cubicBezTo>
                  <a:cubicBezTo>
                    <a:pt x="1018" y="60"/>
                    <a:pt x="1018" y="65"/>
                    <a:pt x="1018" y="67"/>
                  </a:cubicBezTo>
                  <a:cubicBezTo>
                    <a:pt x="1018" y="75"/>
                    <a:pt x="1021" y="82"/>
                    <a:pt x="1028" y="82"/>
                  </a:cubicBezTo>
                  <a:cubicBezTo>
                    <a:pt x="1036" y="82"/>
                    <a:pt x="1038" y="75"/>
                    <a:pt x="1039" y="74"/>
                  </a:cubicBezTo>
                  <a:cubicBezTo>
                    <a:pt x="1052" y="80"/>
                    <a:pt x="1052" y="80"/>
                    <a:pt x="1052" y="80"/>
                  </a:cubicBezTo>
                  <a:cubicBezTo>
                    <a:pt x="1051" y="83"/>
                    <a:pt x="1050" y="85"/>
                    <a:pt x="1047" y="87"/>
                  </a:cubicBezTo>
                  <a:cubicBezTo>
                    <a:pt x="1046" y="88"/>
                    <a:pt x="1045" y="89"/>
                    <a:pt x="1044" y="90"/>
                  </a:cubicBezTo>
                  <a:cubicBezTo>
                    <a:pt x="1059" y="90"/>
                    <a:pt x="1059" y="90"/>
                    <a:pt x="1059" y="90"/>
                  </a:cubicBezTo>
                  <a:cubicBezTo>
                    <a:pt x="1059" y="43"/>
                    <a:pt x="1059" y="43"/>
                    <a:pt x="1059" y="43"/>
                  </a:cubicBezTo>
                  <a:cubicBezTo>
                    <a:pt x="1075" y="43"/>
                    <a:pt x="1075" y="43"/>
                    <a:pt x="1075" y="43"/>
                  </a:cubicBezTo>
                  <a:cubicBezTo>
                    <a:pt x="1075" y="80"/>
                    <a:pt x="1075" y="80"/>
                    <a:pt x="1075" y="80"/>
                  </a:cubicBezTo>
                  <a:cubicBezTo>
                    <a:pt x="1096" y="80"/>
                    <a:pt x="1096" y="80"/>
                    <a:pt x="1096" y="80"/>
                  </a:cubicBezTo>
                  <a:cubicBezTo>
                    <a:pt x="1096" y="90"/>
                    <a:pt x="1096" y="90"/>
                    <a:pt x="1096" y="90"/>
                  </a:cubicBezTo>
                  <a:cubicBezTo>
                    <a:pt x="1123" y="90"/>
                    <a:pt x="1123" y="90"/>
                    <a:pt x="1123" y="90"/>
                  </a:cubicBezTo>
                  <a:cubicBezTo>
                    <a:pt x="1123" y="0"/>
                    <a:pt x="1123" y="0"/>
                    <a:pt x="112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3D4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730C075-A730-447C-9A7F-D84A448032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24000" y="360000"/>
              <a:ext cx="147064" cy="172800"/>
            </a:xfrm>
            <a:prstGeom prst="rect">
              <a:avLst/>
            </a:prstGeom>
            <a:noFill/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862384"/>
            <a:ext cx="7886700" cy="678815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03D4C"/>
                </a:solidFill>
                <a:latin typeface="Helvetica" pitchFamily="2" charset="0"/>
                <a:ea typeface="Helvetica" pitchFamily="2" charset="0"/>
                <a:cs typeface="Arial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49" y="1641806"/>
            <a:ext cx="7886699" cy="3139744"/>
          </a:xfrm>
        </p:spPr>
        <p:txBody>
          <a:bodyPr>
            <a:normAutofit/>
          </a:bodyPr>
          <a:lstStyle>
            <a:lvl1pPr marL="180975" indent="-180975"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Helvetica" pitchFamily="2" charset="0"/>
              </a:defRPr>
            </a:lvl1pPr>
            <a:lvl2pPr marL="361950" indent="-180975">
              <a:defRPr sz="2400" b="0">
                <a:latin typeface="Helvetica" pitchFamily="2" charset="0"/>
              </a:defRPr>
            </a:lvl2pPr>
            <a:lvl3pPr marL="628650" indent="-266700">
              <a:defRPr sz="2400" b="0">
                <a:latin typeface="Helvetica" pitchFamily="2" charset="0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marL="90000" marR="0" lvl="0" indent="-9000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-1" y="1"/>
            <a:ext cx="9144001" cy="333152"/>
          </a:xfrm>
          <a:prstGeom prst="rect">
            <a:avLst/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C3C28B-3C79-4571-B38C-E8AB08B1BC17}"/>
              </a:ext>
            </a:extLst>
          </p:cNvPr>
          <p:cNvSpPr txBox="1"/>
          <p:nvPr userDrawn="1"/>
        </p:nvSpPr>
        <p:spPr>
          <a:xfrm>
            <a:off x="287999" y="163606"/>
            <a:ext cx="5488958" cy="4161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3000"/>
              </a:lnSpc>
            </a:pPr>
            <a:r>
              <a:rPr lang="en-US" sz="1100" dirty="0">
                <a:solidFill>
                  <a:schemeClr val="bg1"/>
                </a:solidFill>
                <a:latin typeface="Helvetica" pitchFamily="2" charset="0"/>
              </a:rPr>
              <a:t>Your Project Title</a:t>
            </a:r>
            <a:br>
              <a:rPr lang="en-US" sz="1100" dirty="0">
                <a:solidFill>
                  <a:schemeClr val="bg1"/>
                </a:solidFill>
                <a:latin typeface="Helvetica" pitchFamily="2" charset="0"/>
              </a:rPr>
            </a:br>
            <a:r>
              <a:rPr lang="en-US" sz="1100" dirty="0">
                <a:solidFill>
                  <a:schemeClr val="bg1"/>
                </a:solidFill>
                <a:latin typeface="Helvetica" pitchFamily="2" charset="0"/>
              </a:rPr>
              <a:t>Department of Electronic &amp; Electrical Engineering</a:t>
            </a:r>
            <a:endParaRPr lang="en-GB" sz="1100" dirty="0">
              <a:solidFill>
                <a:schemeClr val="bg1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239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ernative two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EC7C9EC5-ACBD-47D2-9977-B888DE4BAF1F}"/>
              </a:ext>
            </a:extLst>
          </p:cNvPr>
          <p:cNvGrpSpPr/>
          <p:nvPr userDrawn="1"/>
        </p:nvGrpSpPr>
        <p:grpSpPr>
          <a:xfrm>
            <a:off x="0" y="-1588"/>
            <a:ext cx="9144000" cy="741363"/>
            <a:chOff x="0" y="-1588"/>
            <a:chExt cx="9144000" cy="741363"/>
          </a:xfrm>
          <a:solidFill>
            <a:srgbClr val="D6D2C4"/>
          </a:solidFill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B122B41C-4569-4E1F-9D1A-07A7DD4DD2D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-1588"/>
              <a:ext cx="9144000" cy="741363"/>
            </a:xfrm>
            <a:custGeom>
              <a:avLst/>
              <a:gdLst>
                <a:gd name="T0" fmla="*/ 0 w 1123"/>
                <a:gd name="T1" fmla="*/ 0 h 90"/>
                <a:gd name="T2" fmla="*/ 0 w 1123"/>
                <a:gd name="T3" fmla="*/ 90 h 90"/>
                <a:gd name="T4" fmla="*/ 957 w 1123"/>
                <a:gd name="T5" fmla="*/ 90 h 90"/>
                <a:gd name="T6" fmla="*/ 955 w 1123"/>
                <a:gd name="T7" fmla="*/ 89 h 90"/>
                <a:gd name="T8" fmla="*/ 949 w 1123"/>
                <a:gd name="T9" fmla="*/ 73 h 90"/>
                <a:gd name="T10" fmla="*/ 949 w 1123"/>
                <a:gd name="T11" fmla="*/ 43 h 90"/>
                <a:gd name="T12" fmla="*/ 966 w 1123"/>
                <a:gd name="T13" fmla="*/ 43 h 90"/>
                <a:gd name="T14" fmla="*/ 966 w 1123"/>
                <a:gd name="T15" fmla="*/ 74 h 90"/>
                <a:gd name="T16" fmla="*/ 967 w 1123"/>
                <a:gd name="T17" fmla="*/ 80 h 90"/>
                <a:gd name="T18" fmla="*/ 973 w 1123"/>
                <a:gd name="T19" fmla="*/ 82 h 90"/>
                <a:gd name="T20" fmla="*/ 978 w 1123"/>
                <a:gd name="T21" fmla="*/ 80 h 90"/>
                <a:gd name="T22" fmla="*/ 980 w 1123"/>
                <a:gd name="T23" fmla="*/ 74 h 90"/>
                <a:gd name="T24" fmla="*/ 980 w 1123"/>
                <a:gd name="T25" fmla="*/ 43 h 90"/>
                <a:gd name="T26" fmla="*/ 996 w 1123"/>
                <a:gd name="T27" fmla="*/ 43 h 90"/>
                <a:gd name="T28" fmla="*/ 996 w 1123"/>
                <a:gd name="T29" fmla="*/ 70 h 90"/>
                <a:gd name="T30" fmla="*/ 990 w 1123"/>
                <a:gd name="T31" fmla="*/ 89 h 90"/>
                <a:gd name="T32" fmla="*/ 988 w 1123"/>
                <a:gd name="T33" fmla="*/ 90 h 90"/>
                <a:gd name="T34" fmla="*/ 1012 w 1123"/>
                <a:gd name="T35" fmla="*/ 90 h 90"/>
                <a:gd name="T36" fmla="*/ 1002 w 1123"/>
                <a:gd name="T37" fmla="*/ 68 h 90"/>
                <a:gd name="T38" fmla="*/ 1028 w 1123"/>
                <a:gd name="T39" fmla="*/ 41 h 90"/>
                <a:gd name="T40" fmla="*/ 1048 w 1123"/>
                <a:gd name="T41" fmla="*/ 49 h 90"/>
                <a:gd name="T42" fmla="*/ 1052 w 1123"/>
                <a:gd name="T43" fmla="*/ 55 h 90"/>
                <a:gd name="T44" fmla="*/ 1039 w 1123"/>
                <a:gd name="T45" fmla="*/ 62 h 90"/>
                <a:gd name="T46" fmla="*/ 1028 w 1123"/>
                <a:gd name="T47" fmla="*/ 53 h 90"/>
                <a:gd name="T48" fmla="*/ 1022 w 1123"/>
                <a:gd name="T49" fmla="*/ 56 h 90"/>
                <a:gd name="T50" fmla="*/ 1018 w 1123"/>
                <a:gd name="T51" fmla="*/ 67 h 90"/>
                <a:gd name="T52" fmla="*/ 1028 w 1123"/>
                <a:gd name="T53" fmla="*/ 82 h 90"/>
                <a:gd name="T54" fmla="*/ 1039 w 1123"/>
                <a:gd name="T55" fmla="*/ 74 h 90"/>
                <a:gd name="T56" fmla="*/ 1052 w 1123"/>
                <a:gd name="T57" fmla="*/ 80 h 90"/>
                <a:gd name="T58" fmla="*/ 1047 w 1123"/>
                <a:gd name="T59" fmla="*/ 87 h 90"/>
                <a:gd name="T60" fmla="*/ 1044 w 1123"/>
                <a:gd name="T61" fmla="*/ 90 h 90"/>
                <a:gd name="T62" fmla="*/ 1059 w 1123"/>
                <a:gd name="T63" fmla="*/ 90 h 90"/>
                <a:gd name="T64" fmla="*/ 1059 w 1123"/>
                <a:gd name="T65" fmla="*/ 43 h 90"/>
                <a:gd name="T66" fmla="*/ 1075 w 1123"/>
                <a:gd name="T67" fmla="*/ 43 h 90"/>
                <a:gd name="T68" fmla="*/ 1075 w 1123"/>
                <a:gd name="T69" fmla="*/ 80 h 90"/>
                <a:gd name="T70" fmla="*/ 1096 w 1123"/>
                <a:gd name="T71" fmla="*/ 80 h 90"/>
                <a:gd name="T72" fmla="*/ 1096 w 1123"/>
                <a:gd name="T73" fmla="*/ 90 h 90"/>
                <a:gd name="T74" fmla="*/ 1123 w 1123"/>
                <a:gd name="T75" fmla="*/ 90 h 90"/>
                <a:gd name="T76" fmla="*/ 1123 w 1123"/>
                <a:gd name="T77" fmla="*/ 0 h 90"/>
                <a:gd name="T78" fmla="*/ 0 w 1123"/>
                <a:gd name="T79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3" h="90">
                  <a:moveTo>
                    <a:pt x="0" y="0"/>
                  </a:moveTo>
                  <a:cubicBezTo>
                    <a:pt x="0" y="90"/>
                    <a:pt x="0" y="90"/>
                    <a:pt x="0" y="90"/>
                  </a:cubicBezTo>
                  <a:cubicBezTo>
                    <a:pt x="957" y="90"/>
                    <a:pt x="957" y="90"/>
                    <a:pt x="957" y="90"/>
                  </a:cubicBezTo>
                  <a:cubicBezTo>
                    <a:pt x="956" y="90"/>
                    <a:pt x="955" y="89"/>
                    <a:pt x="955" y="89"/>
                  </a:cubicBezTo>
                  <a:cubicBezTo>
                    <a:pt x="950" y="84"/>
                    <a:pt x="950" y="78"/>
                    <a:pt x="949" y="73"/>
                  </a:cubicBezTo>
                  <a:cubicBezTo>
                    <a:pt x="949" y="43"/>
                    <a:pt x="949" y="43"/>
                    <a:pt x="949" y="43"/>
                  </a:cubicBezTo>
                  <a:cubicBezTo>
                    <a:pt x="966" y="43"/>
                    <a:pt x="966" y="43"/>
                    <a:pt x="966" y="43"/>
                  </a:cubicBezTo>
                  <a:cubicBezTo>
                    <a:pt x="966" y="74"/>
                    <a:pt x="966" y="74"/>
                    <a:pt x="966" y="74"/>
                  </a:cubicBezTo>
                  <a:cubicBezTo>
                    <a:pt x="966" y="76"/>
                    <a:pt x="966" y="79"/>
                    <a:pt x="967" y="80"/>
                  </a:cubicBezTo>
                  <a:cubicBezTo>
                    <a:pt x="969" y="82"/>
                    <a:pt x="971" y="82"/>
                    <a:pt x="973" y="82"/>
                  </a:cubicBezTo>
                  <a:cubicBezTo>
                    <a:pt x="975" y="82"/>
                    <a:pt x="977" y="81"/>
                    <a:pt x="978" y="80"/>
                  </a:cubicBezTo>
                  <a:cubicBezTo>
                    <a:pt x="979" y="79"/>
                    <a:pt x="980" y="76"/>
                    <a:pt x="980" y="74"/>
                  </a:cubicBezTo>
                  <a:cubicBezTo>
                    <a:pt x="980" y="43"/>
                    <a:pt x="980" y="43"/>
                    <a:pt x="980" y="43"/>
                  </a:cubicBezTo>
                  <a:cubicBezTo>
                    <a:pt x="996" y="43"/>
                    <a:pt x="996" y="43"/>
                    <a:pt x="996" y="43"/>
                  </a:cubicBezTo>
                  <a:cubicBezTo>
                    <a:pt x="996" y="70"/>
                    <a:pt x="996" y="70"/>
                    <a:pt x="996" y="70"/>
                  </a:cubicBezTo>
                  <a:cubicBezTo>
                    <a:pt x="996" y="75"/>
                    <a:pt x="996" y="83"/>
                    <a:pt x="990" y="89"/>
                  </a:cubicBezTo>
                  <a:cubicBezTo>
                    <a:pt x="989" y="89"/>
                    <a:pt x="989" y="90"/>
                    <a:pt x="988" y="90"/>
                  </a:cubicBezTo>
                  <a:cubicBezTo>
                    <a:pt x="1012" y="90"/>
                    <a:pt x="1012" y="90"/>
                    <a:pt x="1012" y="90"/>
                  </a:cubicBezTo>
                  <a:cubicBezTo>
                    <a:pt x="1005" y="85"/>
                    <a:pt x="1002" y="76"/>
                    <a:pt x="1002" y="68"/>
                  </a:cubicBezTo>
                  <a:cubicBezTo>
                    <a:pt x="1002" y="55"/>
                    <a:pt x="1011" y="41"/>
                    <a:pt x="1028" y="41"/>
                  </a:cubicBezTo>
                  <a:cubicBezTo>
                    <a:pt x="1035" y="41"/>
                    <a:pt x="1043" y="44"/>
                    <a:pt x="1048" y="49"/>
                  </a:cubicBezTo>
                  <a:cubicBezTo>
                    <a:pt x="1050" y="51"/>
                    <a:pt x="1051" y="53"/>
                    <a:pt x="1052" y="55"/>
                  </a:cubicBezTo>
                  <a:cubicBezTo>
                    <a:pt x="1039" y="62"/>
                    <a:pt x="1039" y="62"/>
                    <a:pt x="1039" y="62"/>
                  </a:cubicBezTo>
                  <a:cubicBezTo>
                    <a:pt x="1038" y="59"/>
                    <a:pt x="1035" y="53"/>
                    <a:pt x="1028" y="53"/>
                  </a:cubicBezTo>
                  <a:cubicBezTo>
                    <a:pt x="1025" y="53"/>
                    <a:pt x="1023" y="55"/>
                    <a:pt x="1022" y="56"/>
                  </a:cubicBezTo>
                  <a:cubicBezTo>
                    <a:pt x="1018" y="60"/>
                    <a:pt x="1018" y="65"/>
                    <a:pt x="1018" y="67"/>
                  </a:cubicBezTo>
                  <a:cubicBezTo>
                    <a:pt x="1018" y="75"/>
                    <a:pt x="1021" y="82"/>
                    <a:pt x="1028" y="82"/>
                  </a:cubicBezTo>
                  <a:cubicBezTo>
                    <a:pt x="1036" y="82"/>
                    <a:pt x="1038" y="75"/>
                    <a:pt x="1039" y="74"/>
                  </a:cubicBezTo>
                  <a:cubicBezTo>
                    <a:pt x="1052" y="80"/>
                    <a:pt x="1052" y="80"/>
                    <a:pt x="1052" y="80"/>
                  </a:cubicBezTo>
                  <a:cubicBezTo>
                    <a:pt x="1051" y="83"/>
                    <a:pt x="1050" y="85"/>
                    <a:pt x="1047" y="87"/>
                  </a:cubicBezTo>
                  <a:cubicBezTo>
                    <a:pt x="1046" y="88"/>
                    <a:pt x="1045" y="89"/>
                    <a:pt x="1044" y="90"/>
                  </a:cubicBezTo>
                  <a:cubicBezTo>
                    <a:pt x="1059" y="90"/>
                    <a:pt x="1059" y="90"/>
                    <a:pt x="1059" y="90"/>
                  </a:cubicBezTo>
                  <a:cubicBezTo>
                    <a:pt x="1059" y="43"/>
                    <a:pt x="1059" y="43"/>
                    <a:pt x="1059" y="43"/>
                  </a:cubicBezTo>
                  <a:cubicBezTo>
                    <a:pt x="1075" y="43"/>
                    <a:pt x="1075" y="43"/>
                    <a:pt x="1075" y="43"/>
                  </a:cubicBezTo>
                  <a:cubicBezTo>
                    <a:pt x="1075" y="80"/>
                    <a:pt x="1075" y="80"/>
                    <a:pt x="1075" y="80"/>
                  </a:cubicBezTo>
                  <a:cubicBezTo>
                    <a:pt x="1096" y="80"/>
                    <a:pt x="1096" y="80"/>
                    <a:pt x="1096" y="80"/>
                  </a:cubicBezTo>
                  <a:cubicBezTo>
                    <a:pt x="1096" y="90"/>
                    <a:pt x="1096" y="90"/>
                    <a:pt x="1096" y="90"/>
                  </a:cubicBezTo>
                  <a:cubicBezTo>
                    <a:pt x="1123" y="90"/>
                    <a:pt x="1123" y="90"/>
                    <a:pt x="1123" y="90"/>
                  </a:cubicBezTo>
                  <a:cubicBezTo>
                    <a:pt x="1123" y="0"/>
                    <a:pt x="1123" y="0"/>
                    <a:pt x="112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3D4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61D5F28-D2CF-4BA5-A78C-7E74959F23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24000" y="360000"/>
              <a:ext cx="147064" cy="172800"/>
            </a:xfrm>
            <a:prstGeom prst="rect">
              <a:avLst/>
            </a:prstGeom>
            <a:noFill/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862384"/>
            <a:ext cx="7886700" cy="678815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03D4C"/>
                </a:solidFill>
                <a:latin typeface="Helvetica" pitchFamily="2" charset="0"/>
                <a:ea typeface="Helvetica" pitchFamily="2" charset="0"/>
                <a:cs typeface="Arial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49" y="1641806"/>
            <a:ext cx="3943351" cy="3139744"/>
          </a:xfrm>
        </p:spPr>
        <p:txBody>
          <a:bodyPr>
            <a:normAutofit/>
          </a:bodyPr>
          <a:lstStyle>
            <a:lvl1pPr marL="180975" indent="-180975"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Helvetica" pitchFamily="2" charset="0"/>
              </a:defRPr>
            </a:lvl1pPr>
            <a:lvl2pPr marL="361950" indent="-180975">
              <a:defRPr sz="2400" b="0">
                <a:latin typeface="Helvetica" pitchFamily="2" charset="0"/>
              </a:defRPr>
            </a:lvl2pPr>
            <a:lvl3pPr marL="628650" indent="-266700">
              <a:defRPr sz="2400" b="0">
                <a:latin typeface="Helvetica" pitchFamily="2" charset="0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marL="90000" marR="0" lvl="0" indent="-9000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-1" y="1"/>
            <a:ext cx="9144001" cy="333152"/>
          </a:xfrm>
          <a:prstGeom prst="rect">
            <a:avLst/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6B7243E-B715-4A47-ACBF-8DB06C0BF2C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572000" y="1641806"/>
            <a:ext cx="3943351" cy="3139744"/>
          </a:xfrm>
        </p:spPr>
        <p:txBody>
          <a:bodyPr>
            <a:normAutofit/>
          </a:bodyPr>
          <a:lstStyle>
            <a:lvl1pPr marL="180975" indent="-180975"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Helvetica" pitchFamily="2" charset="0"/>
              </a:defRPr>
            </a:lvl1pPr>
            <a:lvl2pPr marL="361950" indent="-180975">
              <a:defRPr sz="2400" b="0">
                <a:latin typeface="Helvetica" pitchFamily="2" charset="0"/>
              </a:defRPr>
            </a:lvl2pPr>
            <a:lvl3pPr marL="628650" indent="-266700">
              <a:defRPr sz="2400" b="0">
                <a:latin typeface="Helvetica" pitchFamily="2" charset="0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marL="90000" marR="0" lvl="0" indent="-9000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A84BC6-D831-4D2F-9688-3D46EF7C03E6}"/>
              </a:ext>
            </a:extLst>
          </p:cNvPr>
          <p:cNvSpPr txBox="1"/>
          <p:nvPr userDrawn="1"/>
        </p:nvSpPr>
        <p:spPr>
          <a:xfrm>
            <a:off x="287999" y="163606"/>
            <a:ext cx="5488958" cy="4161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3000"/>
              </a:lnSpc>
            </a:pPr>
            <a:r>
              <a:rPr lang="en-US" sz="1100" dirty="0">
                <a:solidFill>
                  <a:schemeClr val="bg1"/>
                </a:solidFill>
                <a:latin typeface="Helvetica" pitchFamily="2" charset="0"/>
              </a:rPr>
              <a:t>Your Project Title</a:t>
            </a:r>
            <a:br>
              <a:rPr lang="en-US" sz="1100" dirty="0">
                <a:solidFill>
                  <a:schemeClr val="bg1"/>
                </a:solidFill>
                <a:latin typeface="Helvetica" pitchFamily="2" charset="0"/>
              </a:rPr>
            </a:br>
            <a:r>
              <a:rPr lang="en-US" sz="1100" dirty="0">
                <a:solidFill>
                  <a:schemeClr val="bg1"/>
                </a:solidFill>
                <a:latin typeface="Helvetica" pitchFamily="2" charset="0"/>
              </a:rPr>
              <a:t>Department of Electronic &amp; Electrical Engineering</a:t>
            </a:r>
            <a:endParaRPr lang="en-GB" sz="1100" dirty="0">
              <a:solidFill>
                <a:schemeClr val="bg1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543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00742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165187" y="165584"/>
            <a:ext cx="3216840" cy="7049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12700"/>
            <a:endParaRPr lang="en-GB" sz="10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87504A-F7CD-42C0-85BE-600064000CF1}"/>
              </a:ext>
            </a:extLst>
          </p:cNvPr>
          <p:cNvSpPr txBox="1"/>
          <p:nvPr userDrawn="1"/>
        </p:nvSpPr>
        <p:spPr>
          <a:xfrm>
            <a:off x="7686675" y="4774168"/>
            <a:ext cx="13484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Slide </a:t>
            </a:r>
            <a:fld id="{392043B3-3542-497E-9F7F-145FB995996D}" type="slidenum">
              <a:rPr lang="en-GB" sz="1600" smtClean="0"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 of 4</a:t>
            </a:r>
          </a:p>
        </p:txBody>
      </p:sp>
    </p:spTree>
    <p:extLst>
      <p:ext uri="{BB962C8B-B14F-4D97-AF65-F5344CB8AC3E}">
        <p14:creationId xmlns:p14="http://schemas.microsoft.com/office/powerpoint/2010/main" val="308303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814" r:id="rId2"/>
    <p:sldLayoutId id="2147483815" r:id="rId3"/>
    <p:sldLayoutId id="2147483813" r:id="rId4"/>
    <p:sldLayoutId id="2147483816" r:id="rId5"/>
  </p:sldLayoutIdLst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388" indent="-179388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Helvetica" pitchFamily="2" charset="0"/>
          <a:ea typeface="Helvetica" pitchFamily="2" charset="0"/>
          <a:cs typeface="Arial" charset="0"/>
        </a:defRPr>
      </a:lvl1pPr>
      <a:lvl2pPr marL="357188" indent="-17780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Helvetica" pitchFamily="2" charset="0"/>
          <a:ea typeface="Helvetica" pitchFamily="2" charset="0"/>
          <a:cs typeface="Arial" charset="0"/>
        </a:defRPr>
      </a:lvl2pPr>
      <a:lvl3pPr marL="536575" indent="-179388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tabLst>
          <a:tab pos="447675" algn="l"/>
        </a:tabLst>
        <a:defRPr sz="2400" b="0" kern="1200">
          <a:solidFill>
            <a:schemeClr val="tx1"/>
          </a:solidFill>
          <a:latin typeface="Helvetica" pitchFamily="2" charset="0"/>
          <a:ea typeface="Helvetica" pitchFamily="2" charset="0"/>
          <a:cs typeface="Arial" charset="0"/>
        </a:defRPr>
      </a:lvl3pPr>
      <a:lvl4pPr marL="0" indent="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Helvetica" pitchFamily="2" charset="0"/>
          <a:ea typeface="Helvetica" pitchFamily="2" charset="0"/>
          <a:cs typeface="Arial" charset="0"/>
        </a:defRPr>
      </a:lvl4pPr>
      <a:lvl5pPr marL="90000" indent="-9000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00" b="1" kern="1200">
          <a:solidFill>
            <a:schemeClr val="tx1"/>
          </a:solidFill>
          <a:latin typeface="Helvetica" pitchFamily="2" charset="0"/>
          <a:ea typeface="Helvetica" pitchFamily="2" charset="0"/>
          <a:cs typeface="Arial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97A9"/>
                </a:solidFill>
                <a:latin typeface="Helvetica" pitchFamily="2" charset="0"/>
                <a:cs typeface="Arial" panose="020B0604020202020204" pitchFamily="34" charset="0"/>
              </a:rPr>
              <a:t>Project title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 anchor="b"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3200" b="0" dirty="0">
                <a:solidFill>
                  <a:srgbClr val="0097A9"/>
                </a:solidFill>
                <a:latin typeface="Helvetica" pitchFamily="2" charset="0"/>
                <a:cs typeface="Arial" panose="020B0604020202020204" pitchFamily="34" charset="0"/>
              </a:rPr>
              <a:t>Your Names</a:t>
            </a:r>
            <a:br>
              <a:rPr lang="en-US" sz="3200" b="0" dirty="0">
                <a:solidFill>
                  <a:srgbClr val="0097A9"/>
                </a:solidFill>
                <a:latin typeface="Helvetica" pitchFamily="2" charset="0"/>
                <a:cs typeface="Arial" panose="020B0604020202020204" pitchFamily="34" charset="0"/>
              </a:rPr>
            </a:br>
            <a:br>
              <a:rPr lang="en-US" sz="3200" b="0" dirty="0">
                <a:solidFill>
                  <a:srgbClr val="0097A9"/>
                </a:solidFill>
                <a:latin typeface="Helvetica" pitchFamily="2" charset="0"/>
                <a:cs typeface="Arial" panose="020B0604020202020204" pitchFamily="34" charset="0"/>
              </a:rPr>
            </a:br>
            <a:r>
              <a:rPr lang="en-US" sz="2400" b="0" dirty="0">
                <a:solidFill>
                  <a:srgbClr val="0097A9"/>
                </a:solidFill>
                <a:latin typeface="Helvetica" pitchFamily="2" charset="0"/>
                <a:cs typeface="Arial" panose="020B0604020202020204" pitchFamily="34" charset="0"/>
              </a:rPr>
              <a:t>Supervisor: Prof./Dr Supervisor</a:t>
            </a:r>
            <a:endParaRPr lang="en-US" sz="1800" b="0" dirty="0">
              <a:solidFill>
                <a:srgbClr val="0097A9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lnSpc>
                <a:spcPct val="114000"/>
              </a:lnSpc>
            </a:pPr>
            <a:r>
              <a:rPr lang="en-US" dirty="0">
                <a:latin typeface="Helvetica" pitchFamily="2" charset="0"/>
              </a:rPr>
              <a:t>Department of Electronic &amp; Electrical Engineering</a:t>
            </a:r>
            <a:br>
              <a:rPr lang="en-US" dirty="0">
                <a:latin typeface="Helvetica" pitchFamily="2" charset="0"/>
              </a:rPr>
            </a:br>
            <a:r>
              <a:rPr lang="en-US" dirty="0">
                <a:latin typeface="Helvetica" pitchFamily="2" charset="0"/>
              </a:rPr>
              <a:t>Faculty of Engineering Sciences</a:t>
            </a:r>
          </a:p>
        </p:txBody>
      </p:sp>
    </p:spTree>
    <p:extLst>
      <p:ext uri="{BB962C8B-B14F-4D97-AF65-F5344CB8AC3E}">
        <p14:creationId xmlns:p14="http://schemas.microsoft.com/office/powerpoint/2010/main" val="467758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E0185D-7418-4EF7-BE52-7B4AD0E6AB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0097A9"/>
                </a:solidFill>
                <a:latin typeface="Helvetica" pitchFamily="2" charset="0"/>
              </a:rPr>
              <a:t>Slide title</a:t>
            </a:r>
          </a:p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2BE96-782A-427F-BD93-C36CFB0249A7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>
              <a:lnSpc>
                <a:spcPct val="114000"/>
              </a:lnSpc>
            </a:pPr>
            <a:r>
              <a:rPr lang="en-US" sz="2400" b="0" dirty="0">
                <a:solidFill>
                  <a:srgbClr val="003D4C"/>
                </a:solidFill>
                <a:latin typeface="Helvetica" pitchFamily="2" charset="0"/>
              </a:rPr>
              <a:t>Slide text</a:t>
            </a:r>
          </a:p>
          <a:p>
            <a:pPr>
              <a:lnSpc>
                <a:spcPct val="114000"/>
              </a:lnSpc>
            </a:pPr>
            <a:r>
              <a:rPr lang="en-US" dirty="0">
                <a:solidFill>
                  <a:srgbClr val="003D4C"/>
                </a:solidFill>
              </a:rPr>
              <a:t>More slide text</a:t>
            </a:r>
            <a:endParaRPr lang="en-US" sz="2400" b="0" dirty="0">
              <a:solidFill>
                <a:srgbClr val="003D4C"/>
              </a:solidFill>
              <a:latin typeface="Helvetica" pitchFamily="2" charset="0"/>
            </a:endParaRP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D655F2-7CB3-4CA0-81A2-C67A2E7043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8917" y="1537706"/>
            <a:ext cx="3328683" cy="2261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749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C168A1-6468-8E63-68CC-316BE59BB474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lnSpc>
                <a:spcPct val="110000"/>
              </a:lnSpc>
              <a:buFont typeface="+mj-lt"/>
              <a:buAutoNum type="arabicParenR"/>
            </a:pPr>
            <a:r>
              <a:rPr lang="en-GB" dirty="0"/>
              <a:t>Motivation and problem statement 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arenR"/>
            </a:pPr>
            <a:r>
              <a:rPr lang="en-GB" dirty="0"/>
              <a:t>Background theory and knowledge</a:t>
            </a:r>
            <a:br>
              <a:rPr lang="en-GB" dirty="0"/>
            </a:br>
            <a:r>
              <a:rPr lang="en-GB" dirty="0"/>
              <a:t>(</a:t>
            </a:r>
            <a:r>
              <a:rPr lang="en-GB" dirty="0">
                <a:solidFill>
                  <a:srgbClr val="ED7D31"/>
                </a:solidFill>
              </a:rPr>
              <a:t>only what is necessary to understand the rest of the presentation</a:t>
            </a:r>
            <a:r>
              <a:rPr lang="en-GB" dirty="0"/>
              <a:t>)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arenR"/>
            </a:pPr>
            <a:r>
              <a:rPr lang="en-GB" dirty="0"/>
              <a:t>Description of approach and methods</a:t>
            </a:r>
          </a:p>
          <a:p>
            <a:pPr marL="457200" indent="-457200">
              <a:lnSpc>
                <a:spcPct val="110000"/>
              </a:lnSpc>
              <a:buClr>
                <a:schemeClr val="tx1"/>
              </a:buClr>
              <a:buFont typeface="+mj-lt"/>
              <a:buAutoNum type="arabicParenR"/>
            </a:pPr>
            <a:r>
              <a:rPr lang="en-GB" dirty="0">
                <a:solidFill>
                  <a:srgbClr val="ED7D31"/>
                </a:solidFill>
              </a:rPr>
              <a:t>Results</a:t>
            </a:r>
          </a:p>
          <a:p>
            <a:pPr marL="457200" indent="-457200">
              <a:lnSpc>
                <a:spcPct val="110000"/>
              </a:lnSpc>
              <a:buClr>
                <a:schemeClr val="tx1"/>
              </a:buClr>
              <a:buFont typeface="+mj-lt"/>
              <a:buAutoNum type="arabicParenR"/>
            </a:pPr>
            <a:r>
              <a:rPr lang="en-GB" dirty="0">
                <a:solidFill>
                  <a:srgbClr val="ED7D31"/>
                </a:solidFill>
              </a:rPr>
              <a:t>Critical analysis</a:t>
            </a:r>
            <a:r>
              <a:rPr lang="en-GB" dirty="0"/>
              <a:t> and technical discussion of results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arenR"/>
            </a:pPr>
            <a:r>
              <a:rPr lang="en-GB" dirty="0"/>
              <a:t>Conclusion and future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B839C-F0E9-D297-93C0-18BCFE0355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Suggested structure</a:t>
            </a:r>
          </a:p>
        </p:txBody>
      </p:sp>
    </p:spTree>
    <p:extLst>
      <p:ext uri="{BB962C8B-B14F-4D97-AF65-F5344CB8AC3E}">
        <p14:creationId xmlns:p14="http://schemas.microsoft.com/office/powerpoint/2010/main" val="198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103AF4-68C4-A183-13FA-5EEE01DDBD95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indent="0">
              <a:lnSpc>
                <a:spcPct val="114000"/>
              </a:lnSpc>
              <a:buNone/>
            </a:pPr>
            <a:r>
              <a:rPr lang="en-US" sz="2400" b="0" dirty="0">
                <a:solidFill>
                  <a:srgbClr val="003D4C"/>
                </a:solidFill>
                <a:latin typeface="Helvetica" pitchFamily="2" charset="0"/>
              </a:rPr>
              <a:t>As a guide:</a:t>
            </a:r>
          </a:p>
          <a:p>
            <a:pPr marL="0" indent="0" algn="ctr">
              <a:lnSpc>
                <a:spcPct val="114000"/>
              </a:lnSpc>
              <a:buNone/>
            </a:pPr>
            <a:r>
              <a:rPr lang="en-US" sz="2400" b="0" dirty="0">
                <a:solidFill>
                  <a:schemeClr val="accent2"/>
                </a:solidFill>
                <a:latin typeface="Helvetica" pitchFamily="2" charset="0"/>
              </a:rPr>
              <a:t>1min per slide</a:t>
            </a:r>
          </a:p>
          <a:p>
            <a:pPr marL="0" indent="0" algn="ctr">
              <a:lnSpc>
                <a:spcPct val="114000"/>
              </a:lnSpc>
              <a:buNone/>
            </a:pPr>
            <a:r>
              <a:rPr lang="en-US" sz="2400" b="0" dirty="0">
                <a:solidFill>
                  <a:srgbClr val="ED7D31"/>
                </a:solidFill>
                <a:latin typeface="Helvetica" pitchFamily="2" charset="0"/>
              </a:rPr>
              <a:t>10min</a:t>
            </a:r>
            <a:r>
              <a:rPr lang="en-US" sz="2400" b="0" dirty="0">
                <a:solidFill>
                  <a:schemeClr val="accent2"/>
                </a:solidFill>
                <a:latin typeface="Helvetica" pitchFamily="2" charset="0"/>
              </a:rPr>
              <a:t> per student = maximum 10 slides per student</a:t>
            </a:r>
          </a:p>
          <a:p>
            <a:pPr marL="0" indent="0">
              <a:lnSpc>
                <a:spcPct val="114000"/>
              </a:lnSpc>
              <a:buNone/>
            </a:pPr>
            <a:r>
              <a:rPr lang="en-US" sz="2400" b="0" dirty="0">
                <a:solidFill>
                  <a:srgbClr val="003D4C"/>
                </a:solidFill>
                <a:latin typeface="Helvetica" pitchFamily="2" charset="0"/>
              </a:rPr>
              <a:t>E.g. group of 3 students = no more than 30 slides</a:t>
            </a:r>
          </a:p>
          <a:p>
            <a:pPr marL="0" indent="0">
              <a:lnSpc>
                <a:spcPct val="114000"/>
              </a:lnSpc>
              <a:buNone/>
            </a:pPr>
            <a:r>
              <a:rPr lang="en-US" sz="2400" b="0" dirty="0">
                <a:solidFill>
                  <a:srgbClr val="003D4C"/>
                </a:solidFill>
                <a:latin typeface="Helvetica" pitchFamily="2" charset="0"/>
              </a:rPr>
              <a:t>Better aim for ~20 slides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0CE0E4-FD5E-E793-361D-F9AF27E9FD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0097A9"/>
                </a:solidFill>
                <a:latin typeface="Helvetica" pitchFamily="2" charset="0"/>
              </a:rPr>
              <a:t>Number of slides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9264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theme/theme1.xml><?xml version="1.0" encoding="utf-8"?>
<a:theme xmlns:a="http://schemas.openxmlformats.org/drawingml/2006/main" name="3rd_year_project_e-poster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3799</TotalTime>
  <Words>190</Words>
  <Application>Microsoft Office PowerPoint</Application>
  <PresentationFormat>On-screen Show (16:9)</PresentationFormat>
  <Paragraphs>24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Helvetica</vt:lpstr>
      <vt:lpstr>3rd_year_project_e-poster</vt:lpstr>
      <vt:lpstr>Project title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UCL 16:9 PP Plain - DARK BLUE</dc:title>
  <dc:subject/>
  <dc:creator>Clayton, Janine</dc:creator>
  <cp:keywords/>
  <dc:description/>
  <cp:lastModifiedBy>Oliver Hadeler</cp:lastModifiedBy>
  <cp:revision>137</cp:revision>
  <dcterms:created xsi:type="dcterms:W3CDTF">2016-12-07T10:36:45Z</dcterms:created>
  <dcterms:modified xsi:type="dcterms:W3CDTF">2024-05-17T13:27:03Z</dcterms:modified>
  <cp:category/>
</cp:coreProperties>
</file>